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75" r:id="rId7"/>
    <p:sldId id="262" r:id="rId8"/>
    <p:sldId id="276" r:id="rId9"/>
    <p:sldId id="278" r:id="rId10"/>
    <p:sldId id="277" r:id="rId11"/>
    <p:sldId id="279" r:id="rId12"/>
    <p:sldId id="261" r:id="rId13"/>
    <p:sldId id="271" r:id="rId14"/>
    <p:sldId id="280" r:id="rId15"/>
    <p:sldId id="281" r:id="rId16"/>
    <p:sldId id="282" r:id="rId17"/>
    <p:sldId id="285" r:id="rId18"/>
    <p:sldId id="267" r:id="rId19"/>
    <p:sldId id="284" r:id="rId20"/>
    <p:sldId id="274" r:id="rId21"/>
  </p:sldIdLst>
  <p:sldSz cx="24387175" cy="13716000"/>
  <p:notesSz cx="13716000" cy="24387175"/>
  <p:embeddedFontLst>
    <p:embeddedFont>
      <p:font typeface="Poppins-Regular" panose="02010600030101010101" charset="0"/>
      <p:regular r:id="rId23"/>
    </p:embeddedFont>
    <p:embeddedFont>
      <p:font typeface="Calibri" panose="020F0502020204030204" pitchFamily="34" charset="0"/>
      <p:regular r:id="rId24"/>
      <p:bold r:id="rId25"/>
      <p:italic r:id="rId26"/>
      <p:boldItalic r:id="rId27"/>
    </p:embeddedFont>
    <p:embeddedFont>
      <p:font typeface="Poppins-Medium" panose="02010600030101010101" charset="0"/>
      <p:regular r:id="rId28"/>
    </p:embeddedFont>
    <p:embeddedFont>
      <p:font typeface="等线" panose="02010600030101010101" pitchFamily="2" charset="-122"/>
      <p:regular r:id="rId29"/>
      <p:bold r:id="rId30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7" d="100"/>
          <a:sy n="57" d="100"/>
        </p:scale>
        <p:origin x="114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339356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74977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140519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116722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109526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310412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188288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468400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571861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872933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659902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2.png"/><Relationship Id="rId3" Type="http://schemas.openxmlformats.org/officeDocument/2006/relationships/image" Target="../media/image1.png"/><Relationship Id="rId7" Type="http://schemas.openxmlformats.org/officeDocument/2006/relationships/image" Target="../media/image16.png"/><Relationship Id="rId12" Type="http://schemas.openxmlformats.org/officeDocument/2006/relationships/image" Target="../media/image2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29.png"/><Relationship Id="rId3" Type="http://schemas.openxmlformats.org/officeDocument/2006/relationships/image" Target="../media/image1.png"/><Relationship Id="rId7" Type="http://schemas.openxmlformats.org/officeDocument/2006/relationships/image" Target="../media/image23.png"/><Relationship Id="rId12" Type="http://schemas.openxmlformats.org/officeDocument/2006/relationships/image" Target="../media/image28.png"/><Relationship Id="rId17" Type="http://schemas.openxmlformats.org/officeDocument/2006/relationships/image" Target="../media/image33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3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27.png"/><Relationship Id="rId5" Type="http://schemas.openxmlformats.org/officeDocument/2006/relationships/image" Target="../media/image14.png"/><Relationship Id="rId15" Type="http://schemas.openxmlformats.org/officeDocument/2006/relationships/image" Target="../media/image31.png"/><Relationship Id="rId10" Type="http://schemas.openxmlformats.org/officeDocument/2006/relationships/image" Target="../media/image26.png"/><Relationship Id="rId4" Type="http://schemas.openxmlformats.org/officeDocument/2006/relationships/image" Target="../media/image13.png"/><Relationship Id="rId9" Type="http://schemas.openxmlformats.org/officeDocument/2006/relationships/image" Target="../media/image25.png"/><Relationship Id="rId14" Type="http://schemas.openxmlformats.org/officeDocument/2006/relationships/image" Target="../media/image3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1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2.png"/><Relationship Id="rId3" Type="http://schemas.openxmlformats.org/officeDocument/2006/relationships/image" Target="../media/image1.png"/><Relationship Id="rId7" Type="http://schemas.openxmlformats.org/officeDocument/2006/relationships/image" Target="../media/image16.png"/><Relationship Id="rId12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1.png"/><Relationship Id="rId7" Type="http://schemas.openxmlformats.org/officeDocument/2006/relationships/image" Target="../media/image36.png"/><Relationship Id="rId12" Type="http://schemas.openxmlformats.org/officeDocument/2006/relationships/image" Target="../media/image4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40.png"/><Relationship Id="rId5" Type="http://schemas.openxmlformats.org/officeDocument/2006/relationships/image" Target="../media/image14.png"/><Relationship Id="rId10" Type="http://schemas.openxmlformats.org/officeDocument/2006/relationships/image" Target="../media/image39.png"/><Relationship Id="rId4" Type="http://schemas.openxmlformats.org/officeDocument/2006/relationships/image" Target="../media/image13.png"/><Relationship Id="rId9" Type="http://schemas.openxmlformats.org/officeDocument/2006/relationships/image" Target="../media/image3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29.png"/><Relationship Id="rId3" Type="http://schemas.openxmlformats.org/officeDocument/2006/relationships/image" Target="../media/image1.png"/><Relationship Id="rId7" Type="http://schemas.openxmlformats.org/officeDocument/2006/relationships/image" Target="../media/image23.png"/><Relationship Id="rId12" Type="http://schemas.openxmlformats.org/officeDocument/2006/relationships/image" Target="../media/image2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27.png"/><Relationship Id="rId5" Type="http://schemas.openxmlformats.org/officeDocument/2006/relationships/image" Target="../media/image14.png"/><Relationship Id="rId15" Type="http://schemas.openxmlformats.org/officeDocument/2006/relationships/image" Target="../media/image31.png"/><Relationship Id="rId10" Type="http://schemas.openxmlformats.org/officeDocument/2006/relationships/image" Target="../media/image26.png"/><Relationship Id="rId4" Type="http://schemas.openxmlformats.org/officeDocument/2006/relationships/image" Target="../media/image13.png"/><Relationship Id="rId9" Type="http://schemas.openxmlformats.org/officeDocument/2006/relationships/image" Target="../media/image25.png"/><Relationship Id="rId14" Type="http://schemas.openxmlformats.org/officeDocument/2006/relationships/image" Target="../media/image3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29.png"/><Relationship Id="rId3" Type="http://schemas.openxmlformats.org/officeDocument/2006/relationships/image" Target="../media/image1.png"/><Relationship Id="rId7" Type="http://schemas.openxmlformats.org/officeDocument/2006/relationships/image" Target="../media/image23.png"/><Relationship Id="rId12" Type="http://schemas.openxmlformats.org/officeDocument/2006/relationships/image" Target="../media/image2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27.png"/><Relationship Id="rId5" Type="http://schemas.openxmlformats.org/officeDocument/2006/relationships/image" Target="../media/image14.png"/><Relationship Id="rId15" Type="http://schemas.openxmlformats.org/officeDocument/2006/relationships/image" Target="../media/image31.png"/><Relationship Id="rId10" Type="http://schemas.openxmlformats.org/officeDocument/2006/relationships/image" Target="../media/image26.png"/><Relationship Id="rId4" Type="http://schemas.openxmlformats.org/officeDocument/2006/relationships/image" Target="../media/image13.png"/><Relationship Id="rId9" Type="http://schemas.openxmlformats.org/officeDocument/2006/relationships/image" Target="../media/image25.png"/><Relationship Id="rId14" Type="http://schemas.openxmlformats.org/officeDocument/2006/relationships/image" Target="../media/image30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1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2.png"/><Relationship Id="rId3" Type="http://schemas.openxmlformats.org/officeDocument/2006/relationships/image" Target="../media/image1.png"/><Relationship Id="rId7" Type="http://schemas.openxmlformats.org/officeDocument/2006/relationships/image" Target="../media/image16.png"/><Relationship Id="rId12" Type="http://schemas.openxmlformats.org/officeDocument/2006/relationships/image" Target="../media/image2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1.png"/><Relationship Id="rId7" Type="http://schemas.openxmlformats.org/officeDocument/2006/relationships/image" Target="../media/image36.png"/><Relationship Id="rId12" Type="http://schemas.openxmlformats.org/officeDocument/2006/relationships/image" Target="../media/image4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40.png"/><Relationship Id="rId5" Type="http://schemas.openxmlformats.org/officeDocument/2006/relationships/image" Target="../media/image14.png"/><Relationship Id="rId10" Type="http://schemas.openxmlformats.org/officeDocument/2006/relationships/image" Target="../media/image39.png"/><Relationship Id="rId4" Type="http://schemas.openxmlformats.org/officeDocument/2006/relationships/image" Target="../media/image13.png"/><Relationship Id="rId9" Type="http://schemas.openxmlformats.org/officeDocument/2006/relationships/image" Target="../media/image38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29.png"/><Relationship Id="rId3" Type="http://schemas.openxmlformats.org/officeDocument/2006/relationships/image" Target="../media/image1.png"/><Relationship Id="rId7" Type="http://schemas.openxmlformats.org/officeDocument/2006/relationships/image" Target="../media/image23.png"/><Relationship Id="rId12" Type="http://schemas.openxmlformats.org/officeDocument/2006/relationships/image" Target="../media/image2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27.png"/><Relationship Id="rId5" Type="http://schemas.openxmlformats.org/officeDocument/2006/relationships/image" Target="../media/image14.png"/><Relationship Id="rId15" Type="http://schemas.openxmlformats.org/officeDocument/2006/relationships/image" Target="../media/image31.png"/><Relationship Id="rId10" Type="http://schemas.openxmlformats.org/officeDocument/2006/relationships/image" Target="../media/image26.png"/><Relationship Id="rId4" Type="http://schemas.openxmlformats.org/officeDocument/2006/relationships/image" Target="../media/image13.png"/><Relationship Id="rId9" Type="http://schemas.openxmlformats.org/officeDocument/2006/relationships/image" Target="../media/image25.png"/><Relationship Id="rId14" Type="http://schemas.openxmlformats.org/officeDocument/2006/relationships/image" Target="../media/image30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1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29.png"/><Relationship Id="rId3" Type="http://schemas.openxmlformats.org/officeDocument/2006/relationships/image" Target="../media/image1.png"/><Relationship Id="rId7" Type="http://schemas.openxmlformats.org/officeDocument/2006/relationships/image" Target="../media/image23.png"/><Relationship Id="rId12" Type="http://schemas.openxmlformats.org/officeDocument/2006/relationships/image" Target="../media/image2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27.png"/><Relationship Id="rId5" Type="http://schemas.openxmlformats.org/officeDocument/2006/relationships/image" Target="../media/image14.png"/><Relationship Id="rId15" Type="http://schemas.openxmlformats.org/officeDocument/2006/relationships/image" Target="../media/image31.png"/><Relationship Id="rId10" Type="http://schemas.openxmlformats.org/officeDocument/2006/relationships/image" Target="../media/image26.png"/><Relationship Id="rId4" Type="http://schemas.openxmlformats.org/officeDocument/2006/relationships/image" Target="../media/image13.png"/><Relationship Id="rId9" Type="http://schemas.openxmlformats.org/officeDocument/2006/relationships/image" Target="../media/image25.png"/><Relationship Id="rId14" Type="http://schemas.openxmlformats.org/officeDocument/2006/relationships/image" Target="../media/image30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3542264" y="100584"/>
            <a:ext cx="13542264" cy="13432536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19129248" y="5376672"/>
            <a:ext cx="2587752" cy="2907792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8906256" y="-448056"/>
            <a:ext cx="6364224" cy="626364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5522976" y="8485632"/>
            <a:ext cx="7699248" cy="2615184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 rot="21600000">
            <a:off x="7507224" y="9884664"/>
            <a:ext cx="4315968" cy="640080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 marL="0" indent="0" algn="ctr">
              <a:lnSpc>
                <a:spcPts val="5041"/>
              </a:lnSpc>
              <a:buNone/>
            </a:pPr>
            <a:r>
              <a:rPr lang="en-US" sz="4200" dirty="0" smtClean="0">
                <a:solidFill>
                  <a:srgbClr val="333B5F"/>
                </a:solidFill>
                <a:latin typeface="AlibabaPuHuiTi-Medium" pitchFamily="34" charset="0"/>
                <a:ea typeface="AlibabaPuHuiTi-Medium" pitchFamily="34" charset="-122"/>
                <a:cs typeface="AlibabaPuHuiTi-Medium" pitchFamily="34" charset="-120"/>
              </a:rPr>
              <a:t>2025-02-20</a:t>
            </a:r>
            <a:endParaRPr lang="en-US" sz="4200" dirty="0"/>
          </a:p>
        </p:txBody>
      </p:sp>
      <p:pic>
        <p:nvPicPr>
          <p:cNvPr id="7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1545336" y="9235440"/>
            <a:ext cx="5230368" cy="2048256"/>
          </a:xfrm>
          <a:prstGeom prst="rect">
            <a:avLst/>
          </a:prstGeom>
        </p:spPr>
      </p:pic>
      <p:sp>
        <p:nvSpPr>
          <p:cNvPr id="8" name="Text 1"/>
          <p:cNvSpPr/>
          <p:nvPr/>
        </p:nvSpPr>
        <p:spPr>
          <a:xfrm rot="21600000">
            <a:off x="1837944" y="9884664"/>
            <a:ext cx="4334256" cy="640080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 marL="0" indent="0" algn="ctr">
              <a:lnSpc>
                <a:spcPts val="5041"/>
              </a:lnSpc>
              <a:buNone/>
            </a:pPr>
            <a:r>
              <a:rPr lang="zh-CN" altLang="en-US" sz="4200" dirty="0">
                <a:solidFill>
                  <a:srgbClr val="FFFFFF"/>
                </a:solidFill>
                <a:latin typeface="AlibabaPuHuiTi-Medium" pitchFamily="34" charset="0"/>
                <a:ea typeface="AlibabaPuHuiTi-Medium" pitchFamily="34" charset="-122"/>
                <a:cs typeface="AlibabaPuHuiTi-Medium" pitchFamily="34" charset="-120"/>
              </a:rPr>
              <a:t>讲解人</a:t>
            </a:r>
            <a:r>
              <a:rPr lang="en-US" sz="4200" dirty="0" smtClean="0">
                <a:solidFill>
                  <a:srgbClr val="FFFFFF"/>
                </a:solidFill>
                <a:latin typeface="AlibabaPuHuiTi-Medium" pitchFamily="34" charset="0"/>
                <a:ea typeface="AlibabaPuHuiTi-Medium" pitchFamily="34" charset="-122"/>
                <a:cs typeface="AlibabaPuHuiTi-Medium" pitchFamily="34" charset="-120"/>
              </a:rPr>
              <a:t>: </a:t>
            </a:r>
            <a:r>
              <a:rPr lang="zh-CN" altLang="en-US" sz="4200" dirty="0">
                <a:solidFill>
                  <a:srgbClr val="FFFFFF"/>
                </a:solidFill>
                <a:latin typeface="AlibabaPuHuiTi-Medium" pitchFamily="34" charset="0"/>
                <a:ea typeface="AlibabaPuHuiTi-Medium" pitchFamily="34" charset="-122"/>
                <a:cs typeface="AlibabaPuHuiTi-Medium" pitchFamily="34" charset="-120"/>
              </a:rPr>
              <a:t>王吉</a:t>
            </a:r>
            <a:endParaRPr lang="en-US" sz="4200" dirty="0"/>
          </a:p>
        </p:txBody>
      </p:sp>
      <p:sp>
        <p:nvSpPr>
          <p:cNvPr id="9" name="Text 2"/>
          <p:cNvSpPr/>
          <p:nvPr/>
        </p:nvSpPr>
        <p:spPr>
          <a:xfrm rot="21600000">
            <a:off x="1901952" y="5148072"/>
            <a:ext cx="17657064" cy="2258568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 marL="0" indent="0" algn="l">
              <a:lnSpc>
                <a:spcPts val="17758"/>
              </a:lnSpc>
              <a:buNone/>
            </a:pPr>
            <a:r>
              <a:rPr lang="zh-CN" altLang="en-US" sz="14700" dirty="0" smtClean="0">
                <a:solidFill>
                  <a:srgbClr val="343C60"/>
                </a:solidFill>
                <a:latin typeface="AlibabaPuHuiTi-Bold" pitchFamily="34" charset="0"/>
                <a:ea typeface="AlibabaPuHuiTi-Bold" pitchFamily="34" charset="-122"/>
                <a:cs typeface="AlibabaPuHuiTi-Bold" pitchFamily="34" charset="-120"/>
              </a:rPr>
              <a:t>全种类服务器部署</a:t>
            </a:r>
            <a:endParaRPr lang="en-US" sz="14700" dirty="0"/>
          </a:p>
        </p:txBody>
      </p:sp>
      <p:sp>
        <p:nvSpPr>
          <p:cNvPr id="10" name="Text 3"/>
          <p:cNvSpPr/>
          <p:nvPr/>
        </p:nvSpPr>
        <p:spPr>
          <a:xfrm rot="21600000">
            <a:off x="1993392" y="3730752"/>
            <a:ext cx="10552176" cy="886968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 marL="0" indent="0" algn="l">
              <a:lnSpc>
                <a:spcPts val="6954"/>
              </a:lnSpc>
              <a:buNone/>
            </a:pPr>
            <a:r>
              <a:rPr lang="zh-CN" altLang="en-US" sz="5700" kern="0" spc="1158" dirty="0" smtClean="0">
                <a:solidFill>
                  <a:srgbClr val="333B5F"/>
                </a:solidFill>
                <a:latin typeface="AlibabaPuHuiTi-Regular" pitchFamily="34" charset="0"/>
                <a:ea typeface="AlibabaPuHuiTi-Regular" pitchFamily="34" charset="-122"/>
              </a:rPr>
              <a:t>安装部署之</a:t>
            </a:r>
            <a:endParaRPr lang="en-US" sz="57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6239744" y="-3922776"/>
            <a:ext cx="7863840" cy="7763256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576072" y="10936224"/>
            <a:ext cx="5184648" cy="508406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 rot="21600000">
            <a:off x="1207008" y="1271016"/>
            <a:ext cx="7306056" cy="1856232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 marL="0" indent="0" algn="l">
              <a:lnSpc>
                <a:spcPts val="14646"/>
              </a:lnSpc>
              <a:buNone/>
            </a:pPr>
            <a:r>
              <a:rPr lang="en-US" sz="12200" kern="0" spc="1220" dirty="0">
                <a:solidFill>
                  <a:srgbClr val="333B5F"/>
                </a:solidFill>
                <a:latin typeface="AlibabaPuHuiTi-Medium" pitchFamily="34" charset="0"/>
                <a:ea typeface="AlibabaPuHuiTi-Medium" pitchFamily="34" charset="-122"/>
                <a:cs typeface="AlibabaPuHuiTi-Medium" pitchFamily="34" charset="-120"/>
              </a:rPr>
              <a:t>目录</a:t>
            </a:r>
            <a:endParaRPr lang="en-US" sz="12200" dirty="0"/>
          </a:p>
        </p:txBody>
      </p:sp>
      <p:sp>
        <p:nvSpPr>
          <p:cNvPr id="5" name="Text 1"/>
          <p:cNvSpPr/>
          <p:nvPr/>
        </p:nvSpPr>
        <p:spPr>
          <a:xfrm rot="21600000">
            <a:off x="4663440" y="2258568"/>
            <a:ext cx="4352544" cy="667512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 marL="0" indent="0" algn="l">
              <a:lnSpc>
                <a:spcPts val="5270"/>
              </a:lnSpc>
              <a:buNone/>
            </a:pPr>
            <a:r>
              <a:rPr lang="en-US" sz="4300" dirty="0">
                <a:solidFill>
                  <a:srgbClr val="000000"/>
                </a:solidFill>
                <a:latin typeface="Poppins-Medium" pitchFamily="34" charset="0"/>
                <a:ea typeface="Poppins-Medium" pitchFamily="34" charset="-122"/>
                <a:cs typeface="Poppins-Medium" pitchFamily="34" charset="-120"/>
              </a:rPr>
              <a:t>CONTENTS</a:t>
            </a:r>
            <a:endParaRPr lang="en-US" sz="4300" dirty="0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3209544" y="8357616"/>
            <a:ext cx="8055864" cy="160020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 rot="21600000">
            <a:off x="5257800" y="8769096"/>
            <a:ext cx="6007608" cy="822960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>
              <a:lnSpc>
                <a:spcPts val="6480"/>
              </a:lnSpc>
            </a:pPr>
            <a:r>
              <a:rPr lang="en-US" altLang="zh-CN" sz="5400" dirty="0" err="1" smtClean="0">
                <a:solidFill>
                  <a:srgbClr val="323C5F"/>
                </a:solidFill>
                <a:latin typeface="AlibabaPuHuiTi-Medium" pitchFamily="34" charset="0"/>
                <a:ea typeface="AlibabaPuHuiTi-Medium" pitchFamily="34" charset="-122"/>
                <a:cs typeface="AlibabaPuHuiTi-Medium" pitchFamily="34" charset="-120"/>
              </a:rPr>
              <a:t>客户自管理虚拟机</a:t>
            </a:r>
            <a:endParaRPr lang="en-US" altLang="zh-CN" sz="5400" dirty="0"/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3364992" y="8513064"/>
            <a:ext cx="1298448" cy="1298448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 rot="21600000">
            <a:off x="2587752" y="8778240"/>
            <a:ext cx="2862072" cy="914400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 marL="0" indent="0" algn="ctr">
              <a:lnSpc>
                <a:spcPts val="7200"/>
              </a:lnSpc>
              <a:buNone/>
            </a:pPr>
            <a:r>
              <a:rPr lang="en-US" sz="6000" dirty="0">
                <a:solidFill>
                  <a:srgbClr val="FFFFFF"/>
                </a:solidFill>
                <a:latin typeface="Poppins-Medium" pitchFamily="34" charset="0"/>
                <a:ea typeface="Poppins-Medium" pitchFamily="34" charset="-122"/>
                <a:cs typeface="Poppins-Medium" pitchFamily="34" charset="-120"/>
              </a:rPr>
              <a:t>03</a:t>
            </a:r>
            <a:endParaRPr lang="en-US" sz="6000" dirty="0"/>
          </a:p>
        </p:txBody>
      </p:sp>
      <p:pic>
        <p:nvPicPr>
          <p:cNvPr id="10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13057632" y="8357616"/>
            <a:ext cx="8055864" cy="1600200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 rot="21600000">
            <a:off x="15060168" y="8805672"/>
            <a:ext cx="7123176" cy="822960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 marL="0" indent="0" algn="l">
              <a:lnSpc>
                <a:spcPts val="6480"/>
              </a:lnSpc>
              <a:buNone/>
            </a:pPr>
            <a:endParaRPr lang="en-US" sz="5400" dirty="0"/>
          </a:p>
        </p:txBody>
      </p:sp>
      <p:pic>
        <p:nvPicPr>
          <p:cNvPr id="12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13203936" y="8513064"/>
            <a:ext cx="1298448" cy="1298448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 rot="21600000">
            <a:off x="12408408" y="8778240"/>
            <a:ext cx="2898648" cy="914400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 marL="0" indent="0" algn="ctr">
              <a:lnSpc>
                <a:spcPts val="7200"/>
              </a:lnSpc>
              <a:buNone/>
            </a:pPr>
            <a:r>
              <a:rPr lang="en-US" sz="6000" dirty="0">
                <a:solidFill>
                  <a:srgbClr val="FFFFFF"/>
                </a:solidFill>
                <a:latin typeface="Poppins-Medium" pitchFamily="34" charset="0"/>
                <a:ea typeface="Poppins-Medium" pitchFamily="34" charset="-122"/>
                <a:cs typeface="Poppins-Medium" pitchFamily="34" charset="-120"/>
              </a:rPr>
              <a:t>04</a:t>
            </a:r>
            <a:endParaRPr lang="en-US" sz="6000" dirty="0"/>
          </a:p>
        </p:txBody>
      </p:sp>
      <p:pic>
        <p:nvPicPr>
          <p:cNvPr id="14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13103352" y="5980176"/>
            <a:ext cx="8055864" cy="1600200"/>
          </a:xfrm>
          <a:prstGeom prst="rect">
            <a:avLst/>
          </a:prstGeom>
        </p:spPr>
      </p:pic>
      <p:sp>
        <p:nvSpPr>
          <p:cNvPr id="15" name="Text 6"/>
          <p:cNvSpPr/>
          <p:nvPr/>
        </p:nvSpPr>
        <p:spPr>
          <a:xfrm rot="21600000">
            <a:off x="15115032" y="6428232"/>
            <a:ext cx="5093208" cy="822960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 marL="0" indent="0" algn="l">
              <a:lnSpc>
                <a:spcPts val="6480"/>
              </a:lnSpc>
              <a:buNone/>
            </a:pPr>
            <a:r>
              <a:rPr lang="en-US" sz="5400" dirty="0">
                <a:solidFill>
                  <a:srgbClr val="323C5F"/>
                </a:solidFill>
                <a:latin typeface="AlibabaPuHuiTi-Medium" pitchFamily="34" charset="0"/>
                <a:ea typeface="AlibabaPuHuiTi-Medium" pitchFamily="34" charset="-122"/>
                <a:cs typeface="AlibabaPuHuiTi-Medium" pitchFamily="34" charset="-120"/>
              </a:rPr>
              <a:t>物理服务器</a:t>
            </a:r>
            <a:endParaRPr lang="en-US" sz="5400" dirty="0"/>
          </a:p>
        </p:txBody>
      </p:sp>
      <p:pic>
        <p:nvPicPr>
          <p:cNvPr id="16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13258800" y="6135624"/>
            <a:ext cx="1298448" cy="1298448"/>
          </a:xfrm>
          <a:prstGeom prst="rect">
            <a:avLst/>
          </a:prstGeom>
        </p:spPr>
      </p:pic>
      <p:sp>
        <p:nvSpPr>
          <p:cNvPr id="17" name="Text 7"/>
          <p:cNvSpPr/>
          <p:nvPr/>
        </p:nvSpPr>
        <p:spPr>
          <a:xfrm rot="21600000">
            <a:off x="12481560" y="6400800"/>
            <a:ext cx="2843784" cy="914400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 marL="0" indent="0" algn="ctr">
              <a:lnSpc>
                <a:spcPts val="7200"/>
              </a:lnSpc>
              <a:buNone/>
            </a:pPr>
            <a:r>
              <a:rPr lang="en-US" sz="6000" dirty="0">
                <a:solidFill>
                  <a:srgbClr val="FFFFFF"/>
                </a:solidFill>
                <a:latin typeface="Poppins-Medium" pitchFamily="34" charset="0"/>
                <a:ea typeface="Poppins-Medium" pitchFamily="34" charset="-122"/>
                <a:cs typeface="Poppins-Medium" pitchFamily="34" charset="-120"/>
              </a:rPr>
              <a:t>02</a:t>
            </a:r>
            <a:endParaRPr lang="en-US" sz="6000" dirty="0"/>
          </a:p>
        </p:txBody>
      </p:sp>
      <p:pic>
        <p:nvPicPr>
          <p:cNvPr id="18" name="Image 8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3264408" y="5980176"/>
            <a:ext cx="8055864" cy="1600200"/>
          </a:xfrm>
          <a:prstGeom prst="rect">
            <a:avLst/>
          </a:prstGeom>
        </p:spPr>
      </p:pic>
      <p:sp>
        <p:nvSpPr>
          <p:cNvPr id="19" name="Text 8"/>
          <p:cNvSpPr/>
          <p:nvPr/>
        </p:nvSpPr>
        <p:spPr>
          <a:xfrm rot="21600000">
            <a:off x="5257800" y="6428232"/>
            <a:ext cx="5769864" cy="822960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 marL="0" indent="0" algn="l">
              <a:lnSpc>
                <a:spcPts val="6480"/>
              </a:lnSpc>
              <a:buNone/>
            </a:pPr>
            <a:r>
              <a:rPr lang="en-US" sz="5400" dirty="0">
                <a:solidFill>
                  <a:srgbClr val="323C5F"/>
                </a:solidFill>
                <a:latin typeface="AlibabaPuHuiTi-Medium" pitchFamily="34" charset="0"/>
                <a:ea typeface="AlibabaPuHuiTi-Medium" pitchFamily="34" charset="-122"/>
                <a:cs typeface="AlibabaPuHuiTi-Medium" pitchFamily="34" charset="-120"/>
              </a:rPr>
              <a:t>个人电脑演示</a:t>
            </a:r>
            <a:endParaRPr lang="en-US" sz="5400" dirty="0"/>
          </a:p>
        </p:txBody>
      </p:sp>
      <p:pic>
        <p:nvPicPr>
          <p:cNvPr id="20" name="Image 9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3419856" y="6135624"/>
            <a:ext cx="1298448" cy="1298448"/>
          </a:xfrm>
          <a:prstGeom prst="rect">
            <a:avLst/>
          </a:prstGeom>
        </p:spPr>
      </p:pic>
      <p:sp>
        <p:nvSpPr>
          <p:cNvPr id="21" name="Text 9"/>
          <p:cNvSpPr/>
          <p:nvPr/>
        </p:nvSpPr>
        <p:spPr>
          <a:xfrm rot="21600000">
            <a:off x="2734056" y="6400800"/>
            <a:ext cx="2670048" cy="914400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 marL="0" indent="0" algn="ctr">
              <a:lnSpc>
                <a:spcPts val="7200"/>
              </a:lnSpc>
              <a:buNone/>
            </a:pPr>
            <a:r>
              <a:rPr lang="en-US" sz="6000" dirty="0">
                <a:solidFill>
                  <a:srgbClr val="FFFFFF"/>
                </a:solidFill>
                <a:latin typeface="Poppins-Medium" pitchFamily="34" charset="0"/>
                <a:ea typeface="Poppins-Medium" pitchFamily="34" charset="-122"/>
                <a:cs typeface="Poppins-Medium" pitchFamily="34" charset="-120"/>
              </a:rPr>
              <a:t>01</a:t>
            </a:r>
            <a:endParaRPr lang="en-US" sz="6000" dirty="0"/>
          </a:p>
        </p:txBody>
      </p:sp>
      <p:sp>
        <p:nvSpPr>
          <p:cNvPr id="22" name="Text 2"/>
          <p:cNvSpPr/>
          <p:nvPr/>
        </p:nvSpPr>
        <p:spPr>
          <a:xfrm rot="21600000">
            <a:off x="15364936" y="8778240"/>
            <a:ext cx="6007608" cy="822960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>
              <a:lnSpc>
                <a:spcPts val="6480"/>
              </a:lnSpc>
            </a:pPr>
            <a:r>
              <a:rPr lang="en-US" altLang="zh-CN" sz="5400" dirty="0" smtClean="0">
                <a:solidFill>
                  <a:srgbClr val="323C5F"/>
                </a:solidFill>
                <a:latin typeface="AlibabaPuHuiTi-Medium" pitchFamily="34" charset="0"/>
                <a:ea typeface="AlibabaPuHuiTi-Medium" pitchFamily="34" charset="-122"/>
                <a:cs typeface="AlibabaPuHuiTi-Medium" pitchFamily="34" charset="-120"/>
              </a:rPr>
              <a:t>ND</a:t>
            </a:r>
            <a:r>
              <a:rPr lang="zh-CN" altLang="en-US" sz="5400" dirty="0" smtClean="0">
                <a:solidFill>
                  <a:srgbClr val="323C5F"/>
                </a:solidFill>
                <a:latin typeface="AlibabaPuHuiTi-Medium" pitchFamily="34" charset="0"/>
                <a:ea typeface="AlibabaPuHuiTi-Medium" pitchFamily="34" charset="-122"/>
                <a:cs typeface="AlibabaPuHuiTi-Medium" pitchFamily="34" charset="-120"/>
              </a:rPr>
              <a:t>服务器</a:t>
            </a:r>
            <a:endParaRPr lang="en-US" altLang="zh-CN" sz="5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664208" y="2313432"/>
            <a:ext cx="21067776" cy="901598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5641848" y="6163056"/>
            <a:ext cx="1271016" cy="126187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 rot="21600000">
            <a:off x="10232136" y="7470648"/>
            <a:ext cx="9610344" cy="1371600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 marL="0" indent="0" algn="ctr">
              <a:lnSpc>
                <a:spcPts val="10800"/>
              </a:lnSpc>
              <a:buNone/>
            </a:pPr>
            <a:r>
              <a:rPr lang="en-US" sz="9000" dirty="0">
                <a:solidFill>
                  <a:srgbClr val="333B5F"/>
                </a:solidFill>
                <a:latin typeface="AlibabaPuHuiTi-Medium" pitchFamily="34" charset="0"/>
                <a:ea typeface="AlibabaPuHuiTi-Medium" pitchFamily="34" charset="-122"/>
                <a:cs typeface="AlibabaPuHuiTi-Medium" pitchFamily="34" charset="-120"/>
              </a:rPr>
              <a:t>个人电脑演示</a:t>
            </a:r>
            <a:endParaRPr lang="en-US" sz="9000" dirty="0"/>
          </a:p>
        </p:txBody>
      </p:sp>
      <p:sp>
        <p:nvSpPr>
          <p:cNvPr id="5" name="Text 1"/>
          <p:cNvSpPr/>
          <p:nvPr/>
        </p:nvSpPr>
        <p:spPr>
          <a:xfrm rot="21600000">
            <a:off x="10680192" y="4407408"/>
            <a:ext cx="8723376" cy="3035808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 marL="0" indent="0" algn="ctr">
              <a:lnSpc>
                <a:spcPts val="23880"/>
              </a:lnSpc>
              <a:buNone/>
            </a:pPr>
            <a:r>
              <a:rPr lang="en-US" sz="19900" dirty="0">
                <a:solidFill>
                  <a:srgbClr val="333B5F"/>
                </a:solidFill>
                <a:latin typeface="Poppins-Regular" pitchFamily="34" charset="0"/>
                <a:ea typeface="Poppins-Regular" pitchFamily="34" charset="-122"/>
                <a:cs typeface="Poppins-Regular" pitchFamily="34" charset="-120"/>
              </a:rPr>
              <a:t>01</a:t>
            </a:r>
            <a:endParaRPr lang="en-US" sz="19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545336" y="1737360"/>
            <a:ext cx="256032" cy="256032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1271016" y="1499616"/>
            <a:ext cx="420624" cy="42062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 rot="21600000">
            <a:off x="1993392" y="1252728"/>
            <a:ext cx="8229600" cy="1170432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 marL="0" indent="0" algn="l">
              <a:lnSpc>
                <a:spcPts val="9244"/>
              </a:lnSpc>
              <a:buNone/>
            </a:pPr>
            <a:r>
              <a:rPr lang="en-US" sz="7700" dirty="0" err="1" smtClean="0">
                <a:solidFill>
                  <a:srgbClr val="333B5F"/>
                </a:solidFill>
                <a:latin typeface="AlibabaPuHuiTi-Medium" pitchFamily="34" charset="0"/>
                <a:ea typeface="AlibabaPuHuiTi-Medium" pitchFamily="34" charset="-122"/>
                <a:cs typeface="AlibabaPuHuiTi-Medium" pitchFamily="34" charset="-120"/>
              </a:rPr>
              <a:t>个人电脑配置</a:t>
            </a:r>
            <a:r>
              <a:rPr lang="zh-CN" altLang="en-US" sz="7700" dirty="0" smtClean="0">
                <a:solidFill>
                  <a:srgbClr val="333B5F"/>
                </a:solidFill>
                <a:latin typeface="AlibabaPuHuiTi-Medium" pitchFamily="34" charset="0"/>
                <a:ea typeface="AlibabaPuHuiTi-Medium" pitchFamily="34" charset="-122"/>
                <a:cs typeface="AlibabaPuHuiTi-Medium" pitchFamily="34" charset="-120"/>
              </a:rPr>
              <a:t>要求</a:t>
            </a:r>
            <a:endParaRPr lang="en-US" sz="7700" dirty="0"/>
          </a:p>
        </p:txBody>
      </p:sp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20253960" y="9985248"/>
            <a:ext cx="6364224" cy="6263640"/>
          </a:xfrm>
          <a:prstGeom prst="rect">
            <a:avLst/>
          </a:prstGeom>
        </p:spPr>
      </p:pic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8321040" y="7507224"/>
            <a:ext cx="7644384" cy="100584"/>
          </a:xfrm>
          <a:prstGeom prst="rect">
            <a:avLst/>
          </a:prstGeom>
        </p:spPr>
      </p:pic>
      <p:pic>
        <p:nvPicPr>
          <p:cNvPr id="7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12920472" y="3621024"/>
            <a:ext cx="9701784" cy="2916936"/>
          </a:xfrm>
          <a:prstGeom prst="rect">
            <a:avLst/>
          </a:prstGeom>
        </p:spPr>
      </p:pic>
      <p:sp>
        <p:nvSpPr>
          <p:cNvPr id="8" name="Text 1"/>
          <p:cNvSpPr/>
          <p:nvPr/>
        </p:nvSpPr>
        <p:spPr>
          <a:xfrm rot="21600000">
            <a:off x="13551408" y="4901184"/>
            <a:ext cx="8558784" cy="1069848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 marL="0" indent="0" algn="l">
              <a:lnSpc>
                <a:spcPts val="4163"/>
              </a:lnSpc>
              <a:buNone/>
            </a:pPr>
            <a:r>
              <a:rPr lang="en-US" sz="26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8</a:t>
            </a:r>
            <a:r>
              <a:rPr lang="zh-CN" altLang="en-US" sz="26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核</a:t>
            </a:r>
            <a:r>
              <a:rPr lang="en-US" sz="26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。</a:t>
            </a:r>
            <a:endParaRPr lang="en-US" sz="2600" dirty="0"/>
          </a:p>
        </p:txBody>
      </p:sp>
      <p:sp>
        <p:nvSpPr>
          <p:cNvPr id="9" name="Text 2"/>
          <p:cNvSpPr/>
          <p:nvPr/>
        </p:nvSpPr>
        <p:spPr>
          <a:xfrm rot="21600000">
            <a:off x="13542264" y="4197096"/>
            <a:ext cx="3209544" cy="521208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 marL="0" indent="0" algn="l">
              <a:lnSpc>
                <a:spcPts val="4080"/>
              </a:lnSpc>
              <a:buNone/>
            </a:pPr>
            <a:r>
              <a:rPr lang="en-US" sz="3400" dirty="0" smtClean="0">
                <a:solidFill>
                  <a:srgbClr val="323C5F"/>
                </a:solidFill>
                <a:latin typeface="AlibabaPuHuiTi-Medium" pitchFamily="34" charset="0"/>
                <a:ea typeface="AlibabaPuHuiTi-Medium" pitchFamily="34" charset="-122"/>
              </a:rPr>
              <a:t>CPU</a:t>
            </a:r>
            <a:r>
              <a:rPr lang="zh-CN" altLang="en-US" sz="3400" dirty="0" smtClean="0">
                <a:solidFill>
                  <a:srgbClr val="323C5F"/>
                </a:solidFill>
                <a:latin typeface="AlibabaPuHuiTi-Medium" pitchFamily="34" charset="0"/>
                <a:ea typeface="AlibabaPuHuiTi-Medium" pitchFamily="34" charset="-122"/>
              </a:rPr>
              <a:t>核心数</a:t>
            </a:r>
            <a:endParaRPr lang="en-US" sz="3400" dirty="0"/>
          </a:p>
        </p:txBody>
      </p:sp>
      <p:pic>
        <p:nvPicPr>
          <p:cNvPr id="10" name="Image 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10800000">
            <a:off x="12088368" y="5093208"/>
            <a:ext cx="822960" cy="118872"/>
          </a:xfrm>
          <a:prstGeom prst="rect">
            <a:avLst/>
          </a:prstGeom>
        </p:spPr>
      </p:pic>
      <p:pic>
        <p:nvPicPr>
          <p:cNvPr id="11" name="Image 6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1700784" y="5248656"/>
            <a:ext cx="9701784" cy="2898648"/>
          </a:xfrm>
          <a:prstGeom prst="rect">
            <a:avLst/>
          </a:prstGeom>
        </p:spPr>
      </p:pic>
      <p:sp>
        <p:nvSpPr>
          <p:cNvPr id="12" name="Text 3"/>
          <p:cNvSpPr/>
          <p:nvPr/>
        </p:nvSpPr>
        <p:spPr>
          <a:xfrm rot="21600000">
            <a:off x="2478024" y="6528816"/>
            <a:ext cx="8558784" cy="1069848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>
              <a:lnSpc>
                <a:spcPts val="4163"/>
              </a:lnSpc>
            </a:pPr>
            <a:r>
              <a:rPr lang="zh-CN" altLang="en-US" sz="26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虚拟机只演示</a:t>
            </a:r>
            <a:r>
              <a:rPr lang="en-US" altLang="zh-CN" sz="26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RCS</a:t>
            </a:r>
            <a:r>
              <a:rPr lang="zh-CN" altLang="en-US" sz="26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最少</a:t>
            </a:r>
            <a:r>
              <a:rPr lang="en-US" altLang="zh-CN" sz="26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12G+ICS</a:t>
            </a:r>
            <a:r>
              <a:rPr lang="zh-CN" altLang="en-US" sz="26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最少</a:t>
            </a:r>
            <a:r>
              <a:rPr lang="en-US" altLang="zh-CN" sz="26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16G</a:t>
            </a:r>
            <a:r>
              <a:rPr lang="zh-CN" altLang="en-US" sz="26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。一般个人电脑无法运行双机热备。</a:t>
            </a:r>
            <a:endParaRPr lang="en-US" sz="2600" dirty="0"/>
          </a:p>
        </p:txBody>
      </p:sp>
      <p:sp>
        <p:nvSpPr>
          <p:cNvPr id="13" name="Text 4"/>
          <p:cNvSpPr/>
          <p:nvPr/>
        </p:nvSpPr>
        <p:spPr>
          <a:xfrm rot="21600000">
            <a:off x="8257032" y="5824728"/>
            <a:ext cx="2779776" cy="521208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 marL="0" indent="0" algn="r">
              <a:lnSpc>
                <a:spcPts val="4080"/>
              </a:lnSpc>
              <a:buNone/>
            </a:pPr>
            <a:r>
              <a:rPr lang="en-US" sz="3400" dirty="0">
                <a:solidFill>
                  <a:srgbClr val="323C5F"/>
                </a:solidFill>
                <a:latin typeface="AlibabaPuHuiTi-Medium" pitchFamily="34" charset="0"/>
                <a:ea typeface="AlibabaPuHuiTi-Medium" pitchFamily="34" charset="-122"/>
                <a:cs typeface="AlibabaPuHuiTi-Medium" pitchFamily="34" charset="-120"/>
              </a:rPr>
              <a:t>内存容量</a:t>
            </a:r>
            <a:endParaRPr lang="en-US" sz="3400" dirty="0"/>
          </a:p>
        </p:txBody>
      </p:sp>
      <p:pic>
        <p:nvPicPr>
          <p:cNvPr id="14" name="Image 7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10800000">
            <a:off x="11402568" y="6665976"/>
            <a:ext cx="822960" cy="100584"/>
          </a:xfrm>
          <a:prstGeom prst="rect">
            <a:avLst/>
          </a:prstGeom>
        </p:spPr>
      </p:pic>
      <p:pic>
        <p:nvPicPr>
          <p:cNvPr id="15" name="Image 8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1600000">
            <a:off x="12920472" y="7187184"/>
            <a:ext cx="9692640" cy="2935224"/>
          </a:xfrm>
          <a:prstGeom prst="rect">
            <a:avLst/>
          </a:prstGeom>
        </p:spPr>
      </p:pic>
      <p:sp>
        <p:nvSpPr>
          <p:cNvPr id="16" name="Text 5"/>
          <p:cNvSpPr/>
          <p:nvPr/>
        </p:nvSpPr>
        <p:spPr>
          <a:xfrm rot="21600000">
            <a:off x="13551408" y="8467344"/>
            <a:ext cx="8558784" cy="1069848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>
              <a:lnSpc>
                <a:spcPts val="4163"/>
              </a:lnSpc>
            </a:pPr>
            <a:r>
              <a:rPr lang="zh-CN" altLang="en-US" sz="26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笔记本电脑固态硬盘不小于</a:t>
            </a:r>
            <a:r>
              <a:rPr lang="en-US" altLang="zh-CN" sz="26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256G</a:t>
            </a:r>
            <a:r>
              <a:rPr lang="zh-CN" altLang="en-US" sz="26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（实际可用必须</a:t>
            </a:r>
            <a:r>
              <a:rPr lang="en-US" altLang="zh-CN" sz="26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100G</a:t>
            </a:r>
            <a:r>
              <a:rPr lang="zh-CN" altLang="en-US" sz="26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以上）</a:t>
            </a:r>
            <a:r>
              <a:rPr lang="en-US" sz="26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。</a:t>
            </a:r>
            <a:r>
              <a:rPr lang="zh-CN" altLang="en-US" sz="26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必须使用固态硬盘。</a:t>
            </a:r>
            <a:endParaRPr lang="en-US" sz="2600" dirty="0"/>
          </a:p>
        </p:txBody>
      </p:sp>
      <p:sp>
        <p:nvSpPr>
          <p:cNvPr id="17" name="Text 6"/>
          <p:cNvSpPr/>
          <p:nvPr/>
        </p:nvSpPr>
        <p:spPr>
          <a:xfrm rot="21600000">
            <a:off x="13542264" y="7763256"/>
            <a:ext cx="2779776" cy="521208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 marL="0" indent="0" algn="l">
              <a:lnSpc>
                <a:spcPts val="4080"/>
              </a:lnSpc>
              <a:buNone/>
            </a:pPr>
            <a:r>
              <a:rPr lang="en-US" sz="3400" dirty="0">
                <a:solidFill>
                  <a:srgbClr val="323C5F"/>
                </a:solidFill>
                <a:latin typeface="AlibabaPuHuiTi-Medium" pitchFamily="34" charset="0"/>
                <a:ea typeface="AlibabaPuHuiTi-Medium" pitchFamily="34" charset="-122"/>
                <a:cs typeface="AlibabaPuHuiTi-Medium" pitchFamily="34" charset="-120"/>
              </a:rPr>
              <a:t>存储设备</a:t>
            </a:r>
            <a:endParaRPr lang="en-US" sz="3400" dirty="0"/>
          </a:p>
        </p:txBody>
      </p:sp>
      <p:pic>
        <p:nvPicPr>
          <p:cNvPr id="18" name="Image 9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10800000">
            <a:off x="12088368" y="8723376"/>
            <a:ext cx="822960" cy="100584"/>
          </a:xfrm>
          <a:prstGeom prst="rect">
            <a:avLst/>
          </a:prstGeom>
        </p:spPr>
      </p:pic>
      <p:pic>
        <p:nvPicPr>
          <p:cNvPr id="19" name="Image 1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1700784" y="8714232"/>
            <a:ext cx="9701784" cy="2898648"/>
          </a:xfrm>
          <a:prstGeom prst="rect">
            <a:avLst/>
          </a:prstGeom>
        </p:spPr>
      </p:pic>
      <p:sp>
        <p:nvSpPr>
          <p:cNvPr id="20" name="Text 7"/>
          <p:cNvSpPr/>
          <p:nvPr/>
        </p:nvSpPr>
        <p:spPr>
          <a:xfrm rot="21600000">
            <a:off x="2478024" y="9994392"/>
            <a:ext cx="8558784" cy="1069848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 marL="0" indent="0">
              <a:lnSpc>
                <a:spcPts val="4163"/>
              </a:lnSpc>
              <a:buNone/>
            </a:pPr>
            <a:r>
              <a:rPr lang="zh-CN" altLang="en-US" sz="26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可以直接使用</a:t>
            </a:r>
            <a:r>
              <a:rPr lang="en-US" altLang="zh-CN" sz="2600" dirty="0" err="1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linux</a:t>
            </a:r>
            <a:r>
              <a:rPr lang="zh-CN" altLang="en-US" sz="26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系统（最佳），或使用</a:t>
            </a:r>
            <a:r>
              <a:rPr lang="en-US" altLang="zh-CN" sz="26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windows</a:t>
            </a:r>
            <a:r>
              <a:rPr lang="zh-CN" altLang="en-US" sz="26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系统部署</a:t>
            </a:r>
            <a:r>
              <a:rPr lang="en-US" altLang="zh-CN" sz="2600" dirty="0" err="1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Vmware</a:t>
            </a:r>
            <a:r>
              <a:rPr lang="zh-CN" altLang="en-US" sz="26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虚拟化软件后做虚拟机</a:t>
            </a:r>
            <a:r>
              <a:rPr lang="en-US" sz="26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。</a:t>
            </a:r>
            <a:endParaRPr lang="en-US" sz="2600" dirty="0"/>
          </a:p>
        </p:txBody>
      </p:sp>
      <p:sp>
        <p:nvSpPr>
          <p:cNvPr id="21" name="Text 8"/>
          <p:cNvSpPr/>
          <p:nvPr/>
        </p:nvSpPr>
        <p:spPr>
          <a:xfrm rot="21600000">
            <a:off x="8257032" y="9290304"/>
            <a:ext cx="2779776" cy="521208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 marL="0" indent="0" algn="r">
              <a:lnSpc>
                <a:spcPts val="4080"/>
              </a:lnSpc>
              <a:buNone/>
            </a:pPr>
            <a:r>
              <a:rPr lang="zh-CN" altLang="en-US" sz="3400" dirty="0" smtClean="0">
                <a:solidFill>
                  <a:srgbClr val="323C5F"/>
                </a:solidFill>
                <a:latin typeface="AlibabaPuHuiTi-Medium" pitchFamily="34" charset="0"/>
                <a:ea typeface="AlibabaPuHuiTi-Medium" pitchFamily="34" charset="-122"/>
              </a:rPr>
              <a:t>操作系统</a:t>
            </a:r>
            <a:endParaRPr lang="en-US" sz="3400" dirty="0"/>
          </a:p>
        </p:txBody>
      </p:sp>
      <p:pic>
        <p:nvPicPr>
          <p:cNvPr id="22" name="Image 1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10800000">
            <a:off x="11402568" y="10131552"/>
            <a:ext cx="822960" cy="10058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545336" y="1737360"/>
            <a:ext cx="256032" cy="256032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1271016" y="1499616"/>
            <a:ext cx="420624" cy="42062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 rot="21600000">
            <a:off x="1993392" y="1252728"/>
            <a:ext cx="7269480" cy="1170432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 marL="0" indent="0" algn="l">
              <a:lnSpc>
                <a:spcPts val="9244"/>
              </a:lnSpc>
              <a:buNone/>
            </a:pPr>
            <a:r>
              <a:rPr lang="zh-CN" altLang="en-US" sz="7700" dirty="0" smtClean="0">
                <a:solidFill>
                  <a:srgbClr val="333B5F"/>
                </a:solidFill>
                <a:latin typeface="AlibabaPuHuiTi-Medium" pitchFamily="34" charset="0"/>
                <a:ea typeface="AlibabaPuHuiTi-Medium" pitchFamily="34" charset="-122"/>
              </a:rPr>
              <a:t>部署步骤</a:t>
            </a:r>
            <a:endParaRPr lang="en-US" sz="7700" dirty="0"/>
          </a:p>
        </p:txBody>
      </p:sp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20253960" y="9985248"/>
            <a:ext cx="6364224" cy="6263640"/>
          </a:xfrm>
          <a:prstGeom prst="rect">
            <a:avLst/>
          </a:prstGeom>
        </p:spPr>
      </p:pic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6200000">
            <a:off x="4443984" y="10378440"/>
            <a:ext cx="1261872" cy="91440"/>
          </a:xfrm>
          <a:prstGeom prst="rect">
            <a:avLst/>
          </a:prstGeom>
        </p:spPr>
      </p:pic>
      <p:pic>
        <p:nvPicPr>
          <p:cNvPr id="7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16200000">
            <a:off x="17885664" y="10131552"/>
            <a:ext cx="1728216" cy="91440"/>
          </a:xfrm>
          <a:prstGeom prst="rect">
            <a:avLst/>
          </a:prstGeom>
        </p:spPr>
      </p:pic>
      <p:pic>
        <p:nvPicPr>
          <p:cNvPr id="8" name="Image 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16200000">
            <a:off x="11439144" y="10250424"/>
            <a:ext cx="1490472" cy="91440"/>
          </a:xfrm>
          <a:prstGeom prst="rect">
            <a:avLst/>
          </a:prstGeom>
        </p:spPr>
      </p:pic>
      <p:pic>
        <p:nvPicPr>
          <p:cNvPr id="9" name="Image 6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1728216" y="11036808"/>
            <a:ext cx="20921472" cy="91440"/>
          </a:xfrm>
          <a:prstGeom prst="rect">
            <a:avLst/>
          </a:prstGeom>
        </p:spPr>
      </p:pic>
      <p:pic>
        <p:nvPicPr>
          <p:cNvPr id="10" name="Image 7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1737360" y="9756648"/>
            <a:ext cx="7735824" cy="256032"/>
          </a:xfrm>
          <a:prstGeom prst="rect">
            <a:avLst/>
          </a:prstGeom>
        </p:spPr>
      </p:pic>
      <p:pic>
        <p:nvPicPr>
          <p:cNvPr id="11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8321040" y="9445752"/>
            <a:ext cx="7735824" cy="256032"/>
          </a:xfrm>
          <a:prstGeom prst="rect">
            <a:avLst/>
          </a:prstGeom>
        </p:spPr>
      </p:pic>
      <p:pic>
        <p:nvPicPr>
          <p:cNvPr id="12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14977872" y="9144000"/>
            <a:ext cx="7735824" cy="256032"/>
          </a:xfrm>
          <a:prstGeom prst="rect">
            <a:avLst/>
          </a:prstGeom>
        </p:spPr>
      </p:pic>
      <p:pic>
        <p:nvPicPr>
          <p:cNvPr id="13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16200000">
            <a:off x="-27432" y="7571232"/>
            <a:ext cx="4270248" cy="100584"/>
          </a:xfrm>
          <a:prstGeom prst="rect">
            <a:avLst/>
          </a:prstGeom>
        </p:spPr>
      </p:pic>
      <p:pic>
        <p:nvPicPr>
          <p:cNvPr id="14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16200000">
            <a:off x="6208776" y="6931152"/>
            <a:ext cx="5084064" cy="100584"/>
          </a:xfrm>
          <a:prstGeom prst="rect">
            <a:avLst/>
          </a:prstGeom>
        </p:spPr>
      </p:pic>
      <p:pic>
        <p:nvPicPr>
          <p:cNvPr id="15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16200000">
            <a:off x="12545568" y="6345936"/>
            <a:ext cx="5843016" cy="100584"/>
          </a:xfrm>
          <a:prstGeom prst="rect">
            <a:avLst/>
          </a:prstGeom>
        </p:spPr>
      </p:pic>
      <p:sp>
        <p:nvSpPr>
          <p:cNvPr id="16" name="Text 1"/>
          <p:cNvSpPr/>
          <p:nvPr/>
        </p:nvSpPr>
        <p:spPr>
          <a:xfrm rot="21600000">
            <a:off x="9214281" y="6624827"/>
            <a:ext cx="5257800" cy="1133856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 marL="0" indent="0" algn="l">
              <a:lnSpc>
                <a:spcPts val="4420"/>
              </a:lnSpc>
              <a:buNone/>
            </a:pPr>
            <a:r>
              <a:rPr lang="zh-CN" altLang="en-US" sz="26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以前</a:t>
            </a:r>
            <a:r>
              <a:rPr lang="en-US" altLang="zh-CN" sz="26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4.2</a:t>
            </a:r>
            <a:r>
              <a:rPr lang="zh-CN" altLang="en-US" sz="26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版本平台使用</a:t>
            </a:r>
            <a:r>
              <a:rPr lang="en-US" altLang="zh-CN" sz="2600" dirty="0" err="1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VirtualBox</a:t>
            </a:r>
            <a:r>
              <a:rPr lang="zh-CN" altLang="en-US" sz="26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先创建</a:t>
            </a:r>
            <a:r>
              <a:rPr lang="en-US" altLang="zh-CN" sz="26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CentosOs7.9</a:t>
            </a:r>
            <a:r>
              <a:rPr lang="zh-CN" altLang="en-US" sz="26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的</a:t>
            </a:r>
            <a:r>
              <a:rPr lang="en-US" altLang="zh-CN" sz="26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Linux</a:t>
            </a:r>
            <a:r>
              <a:rPr lang="zh-CN" altLang="en-US" sz="26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系统虚拟机后，使用</a:t>
            </a:r>
            <a:r>
              <a:rPr lang="en-US" altLang="zh-CN" sz="26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auto.sh</a:t>
            </a:r>
            <a:r>
              <a:rPr lang="zh-CN" altLang="en-US" sz="26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脚本安装环境，一般需要</a:t>
            </a:r>
            <a:r>
              <a:rPr lang="en-US" altLang="zh-CN" sz="26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1-2</a:t>
            </a:r>
            <a:r>
              <a:rPr lang="zh-CN" altLang="en-US" sz="26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小时安装时间</a:t>
            </a:r>
            <a:r>
              <a:rPr lang="en-US" sz="26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。</a:t>
            </a:r>
            <a:r>
              <a:rPr lang="zh-CN" altLang="en-US" sz="26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现在一般使用</a:t>
            </a:r>
            <a:r>
              <a:rPr lang="en-US" altLang="zh-CN" sz="2600" dirty="0" err="1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Vmware</a:t>
            </a:r>
            <a:r>
              <a:rPr lang="zh-CN" altLang="en-US" sz="26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，直接导入</a:t>
            </a:r>
            <a:r>
              <a:rPr lang="en-US" altLang="zh-CN" sz="2600" dirty="0" err="1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iraypleOs</a:t>
            </a:r>
            <a:r>
              <a:rPr lang="zh-CN" altLang="en-US" sz="26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的</a:t>
            </a:r>
            <a:r>
              <a:rPr lang="en-US" altLang="zh-CN" sz="2600" dirty="0" err="1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iso</a:t>
            </a:r>
            <a:r>
              <a:rPr lang="zh-CN" altLang="en-US" sz="26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镜像后直接完成环境安装，</a:t>
            </a:r>
            <a:r>
              <a:rPr lang="zh-CN" altLang="en-US" sz="26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一般只需</a:t>
            </a:r>
            <a:r>
              <a:rPr lang="zh-CN" altLang="en-US" sz="26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要</a:t>
            </a:r>
            <a:r>
              <a:rPr lang="en-US" altLang="zh-CN" sz="26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10-15</a:t>
            </a:r>
            <a:r>
              <a:rPr lang="zh-CN" altLang="en-US" sz="26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分钟。</a:t>
            </a:r>
            <a:endParaRPr lang="en-US" sz="2600" dirty="0"/>
          </a:p>
        </p:txBody>
      </p:sp>
      <p:sp>
        <p:nvSpPr>
          <p:cNvPr id="17" name="Text 2"/>
          <p:cNvSpPr/>
          <p:nvPr/>
        </p:nvSpPr>
        <p:spPr>
          <a:xfrm rot="21600000">
            <a:off x="9171431" y="4617720"/>
            <a:ext cx="3474525" cy="521208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>
              <a:lnSpc>
                <a:spcPts val="4560"/>
              </a:lnSpc>
            </a:pPr>
            <a:r>
              <a:rPr lang="zh-CN" altLang="en-US" sz="3800" dirty="0">
                <a:solidFill>
                  <a:srgbClr val="323C5F"/>
                </a:solidFill>
                <a:latin typeface="AlibabaPuHuiTi-Medium" pitchFamily="34" charset="0"/>
                <a:ea typeface="AlibabaPuHuiTi-Medium" pitchFamily="34" charset="-122"/>
              </a:rPr>
              <a:t>安装环境</a:t>
            </a:r>
            <a:r>
              <a:rPr lang="en-US" altLang="zh-CN" sz="3800" dirty="0">
                <a:solidFill>
                  <a:srgbClr val="323C5F"/>
                </a:solidFill>
                <a:latin typeface="AlibabaPuHuiTi-Medium" pitchFamily="34" charset="0"/>
                <a:ea typeface="AlibabaPuHuiTi-Medium" pitchFamily="34" charset="-122"/>
              </a:rPr>
              <a:t>/</a:t>
            </a:r>
            <a:r>
              <a:rPr lang="zh-CN" altLang="en-US" sz="3800" dirty="0">
                <a:solidFill>
                  <a:srgbClr val="323C5F"/>
                </a:solidFill>
                <a:latin typeface="AlibabaPuHuiTi-Medium" pitchFamily="34" charset="0"/>
                <a:ea typeface="AlibabaPuHuiTi-Medium" pitchFamily="34" charset="-122"/>
              </a:rPr>
              <a:t>镜像</a:t>
            </a:r>
            <a:endParaRPr lang="en-US" sz="3800" dirty="0">
              <a:solidFill>
                <a:srgbClr val="323C5F"/>
              </a:solidFill>
              <a:latin typeface="AlibabaPuHuiTi-Medium" pitchFamily="34" charset="0"/>
              <a:ea typeface="AlibabaPuHuiTi-Medium" pitchFamily="34" charset="-122"/>
            </a:endParaRPr>
          </a:p>
        </p:txBody>
      </p:sp>
      <p:sp>
        <p:nvSpPr>
          <p:cNvPr id="18" name="Text 3"/>
          <p:cNvSpPr/>
          <p:nvPr/>
        </p:nvSpPr>
        <p:spPr>
          <a:xfrm rot="21600000">
            <a:off x="15979140" y="4591650"/>
            <a:ext cx="5257800" cy="1133856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 marL="0" indent="0" algn="l">
              <a:lnSpc>
                <a:spcPts val="4420"/>
              </a:lnSpc>
              <a:buNone/>
            </a:pPr>
            <a:r>
              <a:rPr lang="zh-CN" altLang="en-US" sz="26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新老版本都是用同一个脚本</a:t>
            </a:r>
            <a:r>
              <a:rPr lang="en-US" altLang="zh-CN" sz="26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start.sh</a:t>
            </a:r>
            <a:r>
              <a:rPr lang="zh-CN" altLang="en-US" sz="26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部署平台</a:t>
            </a:r>
            <a:r>
              <a:rPr lang="en-US" altLang="zh-CN" sz="26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RCS</a:t>
            </a:r>
            <a:r>
              <a:rPr lang="zh-CN" altLang="en-US" sz="26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及</a:t>
            </a:r>
            <a:r>
              <a:rPr lang="en-US" altLang="zh-CN" sz="26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ICS</a:t>
            </a:r>
            <a:r>
              <a:rPr lang="zh-CN" altLang="en-US" sz="26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，注意部署先后顺序。</a:t>
            </a:r>
            <a:r>
              <a:rPr lang="zh-CN" altLang="en-US" sz="2600" dirty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可</a:t>
            </a:r>
            <a:r>
              <a:rPr lang="zh-CN" altLang="en-US" sz="26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部署</a:t>
            </a:r>
            <a:r>
              <a:rPr lang="en-US" altLang="zh-CN" sz="26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4.1</a:t>
            </a:r>
            <a:r>
              <a:rPr lang="zh-CN" altLang="en-US" sz="26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至</a:t>
            </a:r>
            <a:r>
              <a:rPr lang="en-US" altLang="zh-CN" sz="26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4.5</a:t>
            </a:r>
            <a:r>
              <a:rPr lang="zh-CN" altLang="en-US" sz="26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所有版本。</a:t>
            </a:r>
            <a:endParaRPr lang="en-US" sz="2600" dirty="0"/>
          </a:p>
        </p:txBody>
      </p:sp>
      <p:sp>
        <p:nvSpPr>
          <p:cNvPr id="19" name="Text 4"/>
          <p:cNvSpPr/>
          <p:nvPr/>
        </p:nvSpPr>
        <p:spPr>
          <a:xfrm rot="21600000">
            <a:off x="15892272" y="3611880"/>
            <a:ext cx="2779776" cy="521208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 marL="0" indent="0" algn="l">
              <a:lnSpc>
                <a:spcPts val="4080"/>
              </a:lnSpc>
              <a:buNone/>
            </a:pPr>
            <a:endParaRPr lang="en-US" sz="3400" dirty="0"/>
          </a:p>
        </p:txBody>
      </p:sp>
      <p:sp>
        <p:nvSpPr>
          <p:cNvPr id="20" name="Text 5"/>
          <p:cNvSpPr/>
          <p:nvPr/>
        </p:nvSpPr>
        <p:spPr>
          <a:xfrm rot="21600000">
            <a:off x="2450592" y="6428232"/>
            <a:ext cx="5257800" cy="1133856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 marL="0" indent="0" algn="l">
              <a:lnSpc>
                <a:spcPts val="4420"/>
              </a:lnSpc>
              <a:buNone/>
            </a:pPr>
            <a:r>
              <a:rPr lang="zh-CN" altLang="en-US" sz="26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按文档安装虚拟机软件，以前</a:t>
            </a:r>
            <a:r>
              <a:rPr lang="en-US" altLang="zh-CN" sz="26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4.2</a:t>
            </a:r>
            <a:r>
              <a:rPr lang="zh-CN" altLang="en-US" sz="26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版本平台用</a:t>
            </a:r>
            <a:r>
              <a:rPr lang="en-US" altLang="zh-CN" sz="2600" dirty="0" err="1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VirtualBox</a:t>
            </a:r>
            <a:r>
              <a:rPr lang="zh-CN" altLang="en-US" sz="26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，现在一般使用</a:t>
            </a:r>
            <a:r>
              <a:rPr lang="en-US" altLang="zh-CN" sz="2600" dirty="0" err="1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Vmware</a:t>
            </a:r>
            <a:r>
              <a:rPr lang="zh-CN" altLang="en-US" sz="26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，更加方便稳定</a:t>
            </a:r>
            <a:r>
              <a:rPr lang="en-US" sz="26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。</a:t>
            </a:r>
            <a:endParaRPr lang="en-US" sz="2600" dirty="0"/>
          </a:p>
        </p:txBody>
      </p:sp>
      <p:sp>
        <p:nvSpPr>
          <p:cNvPr id="21" name="Text 6"/>
          <p:cNvSpPr/>
          <p:nvPr/>
        </p:nvSpPr>
        <p:spPr>
          <a:xfrm rot="21600000">
            <a:off x="2450591" y="5596128"/>
            <a:ext cx="3736199" cy="576072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 marL="0" indent="0" algn="l">
              <a:lnSpc>
                <a:spcPts val="4560"/>
              </a:lnSpc>
              <a:buNone/>
            </a:pPr>
            <a:r>
              <a:rPr lang="zh-CN" altLang="en-US" sz="3800" dirty="0" smtClean="0">
                <a:solidFill>
                  <a:srgbClr val="323C5F"/>
                </a:solidFill>
                <a:latin typeface="AlibabaPuHuiTi-Medium" pitchFamily="34" charset="0"/>
                <a:ea typeface="AlibabaPuHuiTi-Medium" pitchFamily="34" charset="-122"/>
              </a:rPr>
              <a:t>安装虚拟机软件</a:t>
            </a:r>
            <a:endParaRPr lang="en-US" sz="3800" dirty="0"/>
          </a:p>
        </p:txBody>
      </p:sp>
      <p:sp>
        <p:nvSpPr>
          <p:cNvPr id="22" name="Text 7"/>
          <p:cNvSpPr/>
          <p:nvPr/>
        </p:nvSpPr>
        <p:spPr>
          <a:xfrm rot="21600000">
            <a:off x="4416552" y="11622024"/>
            <a:ext cx="1335024" cy="457200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3000" dirty="0">
                <a:solidFill>
                  <a:srgbClr val="3973FF"/>
                </a:solidFill>
                <a:latin typeface="Poppins-Medium" pitchFamily="34" charset="0"/>
                <a:ea typeface="Poppins-Medium" pitchFamily="34" charset="-122"/>
                <a:cs typeface="Poppins-Medium" pitchFamily="34" charset="-120"/>
              </a:rPr>
              <a:t>01</a:t>
            </a:r>
            <a:endParaRPr lang="en-US" sz="3000" dirty="0"/>
          </a:p>
        </p:txBody>
      </p:sp>
      <p:pic>
        <p:nvPicPr>
          <p:cNvPr id="23" name="Image 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21600000">
            <a:off x="4956048" y="10963656"/>
            <a:ext cx="256032" cy="256032"/>
          </a:xfrm>
          <a:prstGeom prst="rect">
            <a:avLst/>
          </a:prstGeom>
        </p:spPr>
      </p:pic>
      <p:sp>
        <p:nvSpPr>
          <p:cNvPr id="24" name="Text 8"/>
          <p:cNvSpPr/>
          <p:nvPr/>
        </p:nvSpPr>
        <p:spPr>
          <a:xfrm rot="21600000">
            <a:off x="11466576" y="11622024"/>
            <a:ext cx="1426464" cy="457200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3000" dirty="0">
                <a:solidFill>
                  <a:srgbClr val="3973FF"/>
                </a:solidFill>
                <a:latin typeface="Poppins-Medium" pitchFamily="34" charset="0"/>
                <a:ea typeface="Poppins-Medium" pitchFamily="34" charset="-122"/>
                <a:cs typeface="Poppins-Medium" pitchFamily="34" charset="-120"/>
              </a:rPr>
              <a:t>02</a:t>
            </a:r>
            <a:endParaRPr lang="en-US" sz="3000" dirty="0"/>
          </a:p>
        </p:txBody>
      </p:sp>
      <p:pic>
        <p:nvPicPr>
          <p:cNvPr id="25" name="Image 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21600000">
            <a:off x="12051792" y="10963656"/>
            <a:ext cx="256032" cy="256032"/>
          </a:xfrm>
          <a:prstGeom prst="rect">
            <a:avLst/>
          </a:prstGeom>
        </p:spPr>
      </p:pic>
      <p:sp>
        <p:nvSpPr>
          <p:cNvPr id="26" name="Text 9"/>
          <p:cNvSpPr/>
          <p:nvPr/>
        </p:nvSpPr>
        <p:spPr>
          <a:xfrm rot="21600000">
            <a:off x="18022824" y="11622024"/>
            <a:ext cx="1435608" cy="457200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3000" dirty="0">
                <a:solidFill>
                  <a:srgbClr val="3973FF"/>
                </a:solidFill>
                <a:latin typeface="Poppins-Medium" pitchFamily="34" charset="0"/>
                <a:ea typeface="Poppins-Medium" pitchFamily="34" charset="-122"/>
                <a:cs typeface="Poppins-Medium" pitchFamily="34" charset="-120"/>
              </a:rPr>
              <a:t>03</a:t>
            </a:r>
            <a:endParaRPr lang="en-US" sz="3000" dirty="0"/>
          </a:p>
        </p:txBody>
      </p:sp>
      <p:pic>
        <p:nvPicPr>
          <p:cNvPr id="27" name="Image 15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21600000">
            <a:off x="18608040" y="10963656"/>
            <a:ext cx="256032" cy="256032"/>
          </a:xfrm>
          <a:prstGeom prst="rect">
            <a:avLst/>
          </a:prstGeom>
        </p:spPr>
      </p:pic>
      <p:pic>
        <p:nvPicPr>
          <p:cNvPr id="28" name="图片 27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450590" y="8135110"/>
            <a:ext cx="1143000" cy="762000"/>
          </a:xfrm>
          <a:prstGeom prst="rect">
            <a:avLst/>
          </a:prstGeom>
        </p:spPr>
      </p:pic>
      <p:pic>
        <p:nvPicPr>
          <p:cNvPr id="29" name="图片 28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462462" y="8138161"/>
            <a:ext cx="1133475" cy="800100"/>
          </a:xfrm>
          <a:prstGeom prst="rect">
            <a:avLst/>
          </a:prstGeom>
        </p:spPr>
      </p:pic>
      <p:sp>
        <p:nvSpPr>
          <p:cNvPr id="32" name="Text 2"/>
          <p:cNvSpPr/>
          <p:nvPr/>
        </p:nvSpPr>
        <p:spPr>
          <a:xfrm rot="21600000">
            <a:off x="15957060" y="3735324"/>
            <a:ext cx="3474525" cy="521208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>
              <a:lnSpc>
                <a:spcPts val="4560"/>
              </a:lnSpc>
            </a:pPr>
            <a:r>
              <a:rPr lang="zh-CN" altLang="en-US" sz="3800" dirty="0" smtClean="0">
                <a:solidFill>
                  <a:srgbClr val="323C5F"/>
                </a:solidFill>
                <a:latin typeface="AlibabaPuHuiTi-Medium" pitchFamily="34" charset="0"/>
                <a:ea typeface="AlibabaPuHuiTi-Medium" pitchFamily="34" charset="-122"/>
              </a:rPr>
              <a:t>安装平台</a:t>
            </a:r>
            <a:endParaRPr lang="en-US" sz="3800" dirty="0">
              <a:solidFill>
                <a:srgbClr val="323C5F"/>
              </a:solidFill>
              <a:latin typeface="AlibabaPuHuiTi-Medium" pitchFamily="34" charset="0"/>
              <a:ea typeface="AlibabaPuHuiTi-Medium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545336" y="1737360"/>
            <a:ext cx="256032" cy="256032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1271016" y="1499616"/>
            <a:ext cx="420624" cy="42062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 rot="21600000">
            <a:off x="1993392" y="1252728"/>
            <a:ext cx="8229600" cy="1170432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 marL="0" indent="0" algn="l">
              <a:lnSpc>
                <a:spcPts val="9244"/>
              </a:lnSpc>
              <a:buNone/>
            </a:pPr>
            <a:r>
              <a:rPr lang="en-US" sz="7700" dirty="0">
                <a:solidFill>
                  <a:srgbClr val="333B5F"/>
                </a:solidFill>
                <a:latin typeface="AlibabaPuHuiTi-Medium" pitchFamily="34" charset="0"/>
                <a:ea typeface="AlibabaPuHuiTi-Medium" pitchFamily="34" charset="-122"/>
                <a:cs typeface="AlibabaPuHuiTi-Medium" pitchFamily="34" charset="-120"/>
              </a:rPr>
              <a:t>使用场景分析</a:t>
            </a:r>
            <a:endParaRPr lang="en-US" sz="7700" dirty="0"/>
          </a:p>
        </p:txBody>
      </p:sp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20253960" y="9985248"/>
            <a:ext cx="6364224" cy="6263640"/>
          </a:xfrm>
          <a:prstGeom prst="rect">
            <a:avLst/>
          </a:prstGeom>
        </p:spPr>
      </p:pic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1499616" y="3712464"/>
            <a:ext cx="6821424" cy="3602736"/>
          </a:xfrm>
          <a:prstGeom prst="rect">
            <a:avLst/>
          </a:prstGeom>
        </p:spPr>
      </p:pic>
      <p:sp>
        <p:nvSpPr>
          <p:cNvPr id="7" name="Text 1"/>
          <p:cNvSpPr/>
          <p:nvPr/>
        </p:nvSpPr>
        <p:spPr>
          <a:xfrm rot="21600000">
            <a:off x="2112264" y="5001768"/>
            <a:ext cx="5852160" cy="1069848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 marL="0" indent="0" algn="l">
              <a:lnSpc>
                <a:spcPts val="4160"/>
              </a:lnSpc>
              <a:buNone/>
            </a:pPr>
            <a:r>
              <a:rPr lang="en-US" sz="2600" dirty="0" err="1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用于商务演示</a:t>
            </a:r>
            <a:r>
              <a:rPr lang="en-US" sz="2600" dirty="0" err="1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，展示产品和服务，提升客户信任感</a:t>
            </a:r>
            <a:r>
              <a:rPr lang="en-US" sz="2600" dirty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。</a:t>
            </a:r>
            <a:endParaRPr lang="en-US" sz="2600" dirty="0"/>
          </a:p>
        </p:txBody>
      </p:sp>
      <p:sp>
        <p:nvSpPr>
          <p:cNvPr id="8" name="Text 2"/>
          <p:cNvSpPr/>
          <p:nvPr/>
        </p:nvSpPr>
        <p:spPr>
          <a:xfrm rot="21600000">
            <a:off x="2066544" y="4251960"/>
            <a:ext cx="2779776" cy="521208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 marL="0" indent="0" algn="l">
              <a:lnSpc>
                <a:spcPts val="4080"/>
              </a:lnSpc>
              <a:buNone/>
            </a:pPr>
            <a:r>
              <a:rPr lang="en-US" sz="3400" dirty="0">
                <a:solidFill>
                  <a:srgbClr val="323C5F"/>
                </a:solidFill>
                <a:latin typeface="AlibabaPuHuiTi-Medium" pitchFamily="34" charset="0"/>
                <a:ea typeface="AlibabaPuHuiTi-Medium" pitchFamily="34" charset="-122"/>
                <a:cs typeface="AlibabaPuHuiTi-Medium" pitchFamily="34" charset="-120"/>
              </a:rPr>
              <a:t>商务演示</a:t>
            </a:r>
            <a:endParaRPr lang="en-US" sz="3400" dirty="0"/>
          </a:p>
        </p:txBody>
      </p:sp>
      <p:pic>
        <p:nvPicPr>
          <p:cNvPr id="9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1280160" y="4233672"/>
            <a:ext cx="402336" cy="466344"/>
          </a:xfrm>
          <a:prstGeom prst="rect">
            <a:avLst/>
          </a:prstGeom>
        </p:spPr>
      </p:pic>
      <p:pic>
        <p:nvPicPr>
          <p:cNvPr id="10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8860536" y="3712464"/>
            <a:ext cx="6821424" cy="3602736"/>
          </a:xfrm>
          <a:prstGeom prst="rect">
            <a:avLst/>
          </a:prstGeom>
        </p:spPr>
      </p:pic>
      <p:sp>
        <p:nvSpPr>
          <p:cNvPr id="11" name="Text 3"/>
          <p:cNvSpPr/>
          <p:nvPr/>
        </p:nvSpPr>
        <p:spPr>
          <a:xfrm rot="21600000">
            <a:off x="9500616" y="5001768"/>
            <a:ext cx="5852160" cy="1069848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 marL="0" indent="0" algn="l">
              <a:lnSpc>
                <a:spcPts val="4160"/>
              </a:lnSpc>
              <a:buNone/>
            </a:pPr>
            <a:r>
              <a:rPr lang="en-US" sz="2600" dirty="0" err="1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在教育培训中使用</a:t>
            </a:r>
            <a:r>
              <a:rPr lang="en-US" sz="26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，</a:t>
            </a:r>
            <a:r>
              <a:rPr lang="zh-CN" altLang="en-US" sz="26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提高自身的平台使用能力</a:t>
            </a:r>
            <a:r>
              <a:rPr lang="en-US" sz="26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。</a:t>
            </a:r>
            <a:endParaRPr lang="en-US" sz="2600" dirty="0"/>
          </a:p>
        </p:txBody>
      </p:sp>
      <p:sp>
        <p:nvSpPr>
          <p:cNvPr id="12" name="Text 4"/>
          <p:cNvSpPr/>
          <p:nvPr/>
        </p:nvSpPr>
        <p:spPr>
          <a:xfrm rot="21600000">
            <a:off x="9564624" y="4251960"/>
            <a:ext cx="2779776" cy="521208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 marL="0" indent="0" algn="l">
              <a:lnSpc>
                <a:spcPts val="4080"/>
              </a:lnSpc>
              <a:buNone/>
            </a:pPr>
            <a:r>
              <a:rPr lang="en-US" sz="3400" dirty="0">
                <a:solidFill>
                  <a:srgbClr val="323C5F"/>
                </a:solidFill>
                <a:latin typeface="AlibabaPuHuiTi-Medium" pitchFamily="34" charset="0"/>
                <a:ea typeface="AlibabaPuHuiTi-Medium" pitchFamily="34" charset="-122"/>
                <a:cs typeface="AlibabaPuHuiTi-Medium" pitchFamily="34" charset="-120"/>
              </a:rPr>
              <a:t>教育培训</a:t>
            </a:r>
            <a:endParaRPr lang="en-US" sz="3400" dirty="0"/>
          </a:p>
        </p:txBody>
      </p:sp>
      <p:pic>
        <p:nvPicPr>
          <p:cNvPr id="13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8677656" y="4233672"/>
            <a:ext cx="402336" cy="466344"/>
          </a:xfrm>
          <a:prstGeom prst="rect">
            <a:avLst/>
          </a:prstGeom>
        </p:spPr>
      </p:pic>
      <p:sp>
        <p:nvSpPr>
          <p:cNvPr id="26" name="文本框 25"/>
          <p:cNvSpPr txBox="1"/>
          <p:nvPr/>
        </p:nvSpPr>
        <p:spPr>
          <a:xfrm>
            <a:off x="1545336" y="8015404"/>
            <a:ext cx="13124106" cy="24929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600" dirty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如因个人电脑配置</a:t>
            </a:r>
            <a:r>
              <a:rPr lang="zh-CN" altLang="en-US" sz="26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限制，部署</a:t>
            </a:r>
            <a:r>
              <a:rPr lang="en-US" altLang="zh-CN" sz="2600" dirty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ICS</a:t>
            </a:r>
            <a:r>
              <a:rPr lang="zh-CN" altLang="en-US" sz="2600" dirty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后无法运行虚拟机的，需手动剔除看门狗中的</a:t>
            </a:r>
            <a:r>
              <a:rPr lang="en-US" altLang="zh-CN" sz="2600" dirty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ICS</a:t>
            </a:r>
            <a:r>
              <a:rPr lang="zh-CN" altLang="en-US" sz="2600" dirty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服务</a:t>
            </a:r>
            <a:r>
              <a:rPr lang="zh-CN" altLang="en-US" sz="26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。</a:t>
            </a:r>
            <a:endParaRPr lang="en-US" altLang="zh-CN" sz="2600" dirty="0" smtClean="0">
              <a:solidFill>
                <a:srgbClr val="323C5F"/>
              </a:solidFill>
              <a:latin typeface="AlibabaPuHuiTi-Regular" pitchFamily="34" charset="0"/>
              <a:ea typeface="AlibabaPuHuiTi-Regular" pitchFamily="34" charset="-122"/>
              <a:cs typeface="AlibabaPuHuiTi-Regular" pitchFamily="34" charset="-120"/>
            </a:endParaRPr>
          </a:p>
          <a:p>
            <a:r>
              <a:rPr lang="zh-CN" altLang="en-US" sz="26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其中</a:t>
            </a:r>
            <a:r>
              <a:rPr lang="en-US" altLang="zh-CN" sz="26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ICS</a:t>
            </a:r>
            <a:r>
              <a:rPr lang="zh-CN" altLang="en-US" sz="26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服务包含的功能有：</a:t>
            </a:r>
            <a:endParaRPr lang="en-US" altLang="zh-CN" sz="2600" dirty="0" smtClean="0">
              <a:solidFill>
                <a:srgbClr val="323C5F"/>
              </a:solidFill>
              <a:latin typeface="AlibabaPuHuiTi-Regular" pitchFamily="34" charset="0"/>
              <a:ea typeface="AlibabaPuHuiTi-Regular" pitchFamily="34" charset="-122"/>
              <a:cs typeface="AlibabaPuHuiTi-Regular" pitchFamily="34" charset="-120"/>
            </a:endParaRPr>
          </a:p>
          <a:p>
            <a:r>
              <a:rPr lang="en-US" altLang="zh-CN" sz="26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1</a:t>
            </a:r>
            <a:r>
              <a:rPr lang="zh-CN" altLang="en-US" sz="2600" dirty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、</a:t>
            </a:r>
            <a:r>
              <a:rPr lang="zh-CN" altLang="en-US" sz="26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使用接口协议中的所有接口</a:t>
            </a:r>
            <a:endParaRPr lang="en-US" altLang="zh-CN" sz="2600" dirty="0" smtClean="0">
              <a:solidFill>
                <a:srgbClr val="323C5F"/>
              </a:solidFill>
              <a:latin typeface="AlibabaPuHuiTi-Regular" pitchFamily="34" charset="0"/>
              <a:ea typeface="AlibabaPuHuiTi-Regular" pitchFamily="34" charset="-122"/>
              <a:cs typeface="AlibabaPuHuiTi-Regular" pitchFamily="34" charset="-120"/>
            </a:endParaRPr>
          </a:p>
          <a:p>
            <a:r>
              <a:rPr lang="en-US" altLang="zh-CN" sz="26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2</a:t>
            </a:r>
            <a:r>
              <a:rPr lang="zh-CN" altLang="en-US" sz="2600" dirty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、</a:t>
            </a:r>
            <a:r>
              <a:rPr lang="zh-CN" altLang="en-US" sz="26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使用库位传感器、门禁、电梯、呼叫器、</a:t>
            </a:r>
            <a:r>
              <a:rPr lang="en-US" altLang="zh-CN" sz="26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PLC</a:t>
            </a:r>
          </a:p>
          <a:p>
            <a:r>
              <a:rPr lang="en-US" altLang="zh-CN" sz="26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3</a:t>
            </a:r>
            <a:r>
              <a:rPr lang="zh-CN" altLang="en-US" sz="26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、使用</a:t>
            </a:r>
            <a:r>
              <a:rPr lang="en-US" altLang="zh-CN" sz="26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PAD</a:t>
            </a:r>
            <a:r>
              <a:rPr lang="zh-CN" altLang="en-US" sz="26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软件</a:t>
            </a:r>
            <a:endParaRPr lang="en-US" altLang="zh-CN" sz="2600" dirty="0" smtClean="0">
              <a:solidFill>
                <a:srgbClr val="323C5F"/>
              </a:solidFill>
              <a:latin typeface="AlibabaPuHuiTi-Regular" pitchFamily="34" charset="0"/>
              <a:ea typeface="AlibabaPuHuiTi-Regular" pitchFamily="34" charset="-122"/>
              <a:cs typeface="AlibabaPuHuiTi-Regular" pitchFamily="34" charset="-120"/>
            </a:endParaRPr>
          </a:p>
          <a:p>
            <a:r>
              <a:rPr lang="en-US" altLang="zh-CN" sz="26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4</a:t>
            </a:r>
            <a:r>
              <a:rPr lang="zh-CN" altLang="en-US" sz="26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、使用</a:t>
            </a:r>
            <a:r>
              <a:rPr lang="en-US" altLang="zh-CN" sz="26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8001</a:t>
            </a:r>
            <a:r>
              <a:rPr lang="zh-CN" altLang="en-US" sz="26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网关界面</a:t>
            </a:r>
            <a:endParaRPr lang="zh-CN" altLang="en-US" sz="2600" dirty="0">
              <a:solidFill>
                <a:srgbClr val="323C5F"/>
              </a:solidFill>
              <a:latin typeface="AlibabaPuHuiTi-Regular" pitchFamily="34" charset="0"/>
              <a:ea typeface="AlibabaPuHuiTi-Regular" pitchFamily="34" charset="-122"/>
              <a:cs typeface="AlibabaPuHuiTi-Regular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667745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664208" y="2313432"/>
            <a:ext cx="21067776" cy="901598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5641848" y="6163056"/>
            <a:ext cx="1271016" cy="126187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 rot="21600000">
            <a:off x="10808208" y="7470648"/>
            <a:ext cx="8485632" cy="1371600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 marL="0" indent="0" algn="ctr">
              <a:lnSpc>
                <a:spcPts val="10800"/>
              </a:lnSpc>
              <a:buNone/>
            </a:pPr>
            <a:r>
              <a:rPr lang="en-US" sz="9000" dirty="0">
                <a:solidFill>
                  <a:srgbClr val="333B5F"/>
                </a:solidFill>
                <a:latin typeface="AlibabaPuHuiTi-Medium" pitchFamily="34" charset="0"/>
                <a:ea typeface="AlibabaPuHuiTi-Medium" pitchFamily="34" charset="-122"/>
                <a:cs typeface="AlibabaPuHuiTi-Medium" pitchFamily="34" charset="-120"/>
              </a:rPr>
              <a:t>物理服务器</a:t>
            </a:r>
            <a:endParaRPr lang="en-US" sz="9000" dirty="0"/>
          </a:p>
        </p:txBody>
      </p:sp>
      <p:sp>
        <p:nvSpPr>
          <p:cNvPr id="5" name="Text 1"/>
          <p:cNvSpPr/>
          <p:nvPr/>
        </p:nvSpPr>
        <p:spPr>
          <a:xfrm rot="21600000">
            <a:off x="10360152" y="4407408"/>
            <a:ext cx="9372600" cy="3035808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 marL="0" indent="0" algn="ctr">
              <a:lnSpc>
                <a:spcPts val="23880"/>
              </a:lnSpc>
              <a:buNone/>
            </a:pPr>
            <a:r>
              <a:rPr lang="en-US" sz="19900" dirty="0">
                <a:solidFill>
                  <a:srgbClr val="333B5F"/>
                </a:solidFill>
                <a:latin typeface="Poppins-Regular" pitchFamily="34" charset="0"/>
                <a:ea typeface="Poppins-Regular" pitchFamily="34" charset="-122"/>
                <a:cs typeface="Poppins-Regular" pitchFamily="34" charset="-120"/>
              </a:rPr>
              <a:t>02</a:t>
            </a:r>
            <a:endParaRPr lang="en-US" sz="19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545336" y="1737360"/>
            <a:ext cx="256032" cy="256032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1271016" y="1499616"/>
            <a:ext cx="420624" cy="42062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 rot="21600000">
            <a:off x="1993392" y="1252728"/>
            <a:ext cx="9271238" cy="1170432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 marL="0" indent="0" algn="l">
              <a:lnSpc>
                <a:spcPts val="9244"/>
              </a:lnSpc>
              <a:buNone/>
            </a:pPr>
            <a:r>
              <a:rPr lang="zh-CN" altLang="en-US" sz="7700" dirty="0" smtClean="0">
                <a:solidFill>
                  <a:srgbClr val="333B5F"/>
                </a:solidFill>
                <a:latin typeface="AlibabaPuHuiTi-Medium" pitchFamily="34" charset="0"/>
                <a:ea typeface="AlibabaPuHuiTi-Medium" pitchFamily="34" charset="-122"/>
                <a:cs typeface="AlibabaPuHuiTi-Medium" pitchFamily="34" charset="-120"/>
              </a:rPr>
              <a:t>物理服务器</a:t>
            </a:r>
            <a:r>
              <a:rPr lang="en-US" sz="7700" dirty="0" err="1" smtClean="0">
                <a:solidFill>
                  <a:srgbClr val="333B5F"/>
                </a:solidFill>
                <a:latin typeface="AlibabaPuHuiTi-Medium" pitchFamily="34" charset="0"/>
                <a:ea typeface="AlibabaPuHuiTi-Medium" pitchFamily="34" charset="-122"/>
                <a:cs typeface="AlibabaPuHuiTi-Medium" pitchFamily="34" charset="-120"/>
              </a:rPr>
              <a:t>配置</a:t>
            </a:r>
            <a:r>
              <a:rPr lang="zh-CN" altLang="en-US" sz="7700" dirty="0" smtClean="0">
                <a:solidFill>
                  <a:srgbClr val="333B5F"/>
                </a:solidFill>
                <a:latin typeface="AlibabaPuHuiTi-Medium" pitchFamily="34" charset="0"/>
                <a:ea typeface="AlibabaPuHuiTi-Medium" pitchFamily="34" charset="-122"/>
                <a:cs typeface="AlibabaPuHuiTi-Medium" pitchFamily="34" charset="-120"/>
              </a:rPr>
              <a:t>要求</a:t>
            </a:r>
            <a:endParaRPr lang="en-US" sz="7700" dirty="0"/>
          </a:p>
        </p:txBody>
      </p:sp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20253960" y="9985248"/>
            <a:ext cx="6364224" cy="6263640"/>
          </a:xfrm>
          <a:prstGeom prst="rect">
            <a:avLst/>
          </a:prstGeom>
        </p:spPr>
      </p:pic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8321040" y="7507224"/>
            <a:ext cx="7644384" cy="100584"/>
          </a:xfrm>
          <a:prstGeom prst="rect">
            <a:avLst/>
          </a:prstGeom>
        </p:spPr>
      </p:pic>
      <p:pic>
        <p:nvPicPr>
          <p:cNvPr id="7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12920472" y="3621024"/>
            <a:ext cx="9701784" cy="2916936"/>
          </a:xfrm>
          <a:prstGeom prst="rect">
            <a:avLst/>
          </a:prstGeom>
        </p:spPr>
      </p:pic>
      <p:sp>
        <p:nvSpPr>
          <p:cNvPr id="8" name="Text 1"/>
          <p:cNvSpPr/>
          <p:nvPr/>
        </p:nvSpPr>
        <p:spPr>
          <a:xfrm rot="21600000">
            <a:off x="13551408" y="4901184"/>
            <a:ext cx="8558784" cy="1069848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 marL="0" indent="0" algn="l">
              <a:lnSpc>
                <a:spcPts val="4163"/>
              </a:lnSpc>
              <a:buNone/>
            </a:pPr>
            <a:r>
              <a:rPr lang="zh-CN" altLang="en-US" sz="2600" dirty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轻</a:t>
            </a:r>
            <a:r>
              <a:rPr lang="zh-CN" altLang="en-US" sz="26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量化</a:t>
            </a:r>
            <a:r>
              <a:rPr lang="en-US" altLang="zh-CN" sz="26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6</a:t>
            </a:r>
            <a:r>
              <a:rPr lang="zh-CN" altLang="en-US" sz="26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核</a:t>
            </a:r>
            <a:r>
              <a:rPr lang="en-US" altLang="zh-CN" sz="26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12</a:t>
            </a:r>
            <a:r>
              <a:rPr lang="zh-CN" altLang="en-US" sz="26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线程；标准版与高配版</a:t>
            </a:r>
            <a:r>
              <a:rPr lang="en-US" altLang="zh-CN" sz="26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12</a:t>
            </a:r>
            <a:r>
              <a:rPr lang="zh-CN" altLang="en-US" sz="26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核</a:t>
            </a:r>
            <a:r>
              <a:rPr lang="en-US" altLang="zh-CN" sz="26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24</a:t>
            </a:r>
            <a:r>
              <a:rPr lang="zh-CN" altLang="en-US" sz="26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线程</a:t>
            </a:r>
            <a:r>
              <a:rPr lang="en-US" sz="26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。</a:t>
            </a:r>
            <a:endParaRPr lang="en-US" sz="2600" dirty="0"/>
          </a:p>
        </p:txBody>
      </p:sp>
      <p:sp>
        <p:nvSpPr>
          <p:cNvPr id="9" name="Text 2"/>
          <p:cNvSpPr/>
          <p:nvPr/>
        </p:nvSpPr>
        <p:spPr>
          <a:xfrm rot="21600000">
            <a:off x="13542264" y="4197096"/>
            <a:ext cx="3209544" cy="521208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 marL="0" indent="0" algn="l">
              <a:lnSpc>
                <a:spcPts val="4080"/>
              </a:lnSpc>
              <a:buNone/>
            </a:pPr>
            <a:r>
              <a:rPr lang="en-US" sz="3400" dirty="0" smtClean="0">
                <a:solidFill>
                  <a:srgbClr val="323C5F"/>
                </a:solidFill>
                <a:latin typeface="AlibabaPuHuiTi-Medium" pitchFamily="34" charset="0"/>
                <a:ea typeface="AlibabaPuHuiTi-Medium" pitchFamily="34" charset="-122"/>
              </a:rPr>
              <a:t>CPU</a:t>
            </a:r>
            <a:r>
              <a:rPr lang="zh-CN" altLang="en-US" sz="3400" dirty="0" smtClean="0">
                <a:solidFill>
                  <a:srgbClr val="323C5F"/>
                </a:solidFill>
                <a:latin typeface="AlibabaPuHuiTi-Medium" pitchFamily="34" charset="0"/>
                <a:ea typeface="AlibabaPuHuiTi-Medium" pitchFamily="34" charset="-122"/>
              </a:rPr>
              <a:t>核心数</a:t>
            </a:r>
            <a:endParaRPr lang="en-US" sz="3400" dirty="0"/>
          </a:p>
        </p:txBody>
      </p:sp>
      <p:pic>
        <p:nvPicPr>
          <p:cNvPr id="10" name="Image 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10800000">
            <a:off x="12088368" y="5093208"/>
            <a:ext cx="822960" cy="118872"/>
          </a:xfrm>
          <a:prstGeom prst="rect">
            <a:avLst/>
          </a:prstGeom>
        </p:spPr>
      </p:pic>
      <p:pic>
        <p:nvPicPr>
          <p:cNvPr id="11" name="Image 6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1700784" y="5248656"/>
            <a:ext cx="9701784" cy="2898648"/>
          </a:xfrm>
          <a:prstGeom prst="rect">
            <a:avLst/>
          </a:prstGeom>
        </p:spPr>
      </p:pic>
      <p:sp>
        <p:nvSpPr>
          <p:cNvPr id="12" name="Text 3"/>
          <p:cNvSpPr/>
          <p:nvPr/>
        </p:nvSpPr>
        <p:spPr>
          <a:xfrm rot="21600000">
            <a:off x="2478024" y="6528816"/>
            <a:ext cx="8558784" cy="1069848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>
              <a:lnSpc>
                <a:spcPts val="4163"/>
              </a:lnSpc>
            </a:pPr>
            <a:r>
              <a:rPr lang="zh-CN" altLang="en-US" sz="26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轻量化</a:t>
            </a:r>
            <a:r>
              <a:rPr lang="en-US" altLang="zh-CN" sz="26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16G</a:t>
            </a:r>
            <a:r>
              <a:rPr lang="zh-CN" altLang="en-US" sz="26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；标准版</a:t>
            </a:r>
            <a:r>
              <a:rPr lang="en-US" altLang="zh-CN" sz="26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32G</a:t>
            </a:r>
            <a:r>
              <a:rPr lang="zh-CN" altLang="en-US" sz="26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；高配版</a:t>
            </a:r>
            <a:r>
              <a:rPr lang="en-US" altLang="zh-CN" sz="26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32G×2</a:t>
            </a:r>
            <a:r>
              <a:rPr lang="zh-CN" altLang="en-US" sz="26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。</a:t>
            </a:r>
            <a:endParaRPr lang="en-US" sz="2600" dirty="0"/>
          </a:p>
        </p:txBody>
      </p:sp>
      <p:sp>
        <p:nvSpPr>
          <p:cNvPr id="13" name="Text 4"/>
          <p:cNvSpPr/>
          <p:nvPr/>
        </p:nvSpPr>
        <p:spPr>
          <a:xfrm rot="21600000">
            <a:off x="8257032" y="5824728"/>
            <a:ext cx="2779776" cy="521208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 marL="0" indent="0" algn="r">
              <a:lnSpc>
                <a:spcPts val="4080"/>
              </a:lnSpc>
              <a:buNone/>
            </a:pPr>
            <a:r>
              <a:rPr lang="en-US" sz="3400" dirty="0">
                <a:solidFill>
                  <a:srgbClr val="323C5F"/>
                </a:solidFill>
                <a:latin typeface="AlibabaPuHuiTi-Medium" pitchFamily="34" charset="0"/>
                <a:ea typeface="AlibabaPuHuiTi-Medium" pitchFamily="34" charset="-122"/>
                <a:cs typeface="AlibabaPuHuiTi-Medium" pitchFamily="34" charset="-120"/>
              </a:rPr>
              <a:t>内存容量</a:t>
            </a:r>
            <a:endParaRPr lang="en-US" sz="3400" dirty="0"/>
          </a:p>
        </p:txBody>
      </p:sp>
      <p:pic>
        <p:nvPicPr>
          <p:cNvPr id="14" name="Image 7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10800000">
            <a:off x="11402568" y="6665976"/>
            <a:ext cx="822960" cy="100584"/>
          </a:xfrm>
          <a:prstGeom prst="rect">
            <a:avLst/>
          </a:prstGeom>
        </p:spPr>
      </p:pic>
      <p:pic>
        <p:nvPicPr>
          <p:cNvPr id="15" name="Image 8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1600000">
            <a:off x="12920472" y="7187184"/>
            <a:ext cx="9692640" cy="2935224"/>
          </a:xfrm>
          <a:prstGeom prst="rect">
            <a:avLst/>
          </a:prstGeom>
        </p:spPr>
      </p:pic>
      <p:sp>
        <p:nvSpPr>
          <p:cNvPr id="16" name="Text 5"/>
          <p:cNvSpPr/>
          <p:nvPr/>
        </p:nvSpPr>
        <p:spPr>
          <a:xfrm rot="21600000">
            <a:off x="13551408" y="8467344"/>
            <a:ext cx="8558784" cy="1069848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>
              <a:lnSpc>
                <a:spcPts val="4163"/>
              </a:lnSpc>
            </a:pPr>
            <a:r>
              <a:rPr lang="zh-CN" altLang="en-US" sz="26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必须</a:t>
            </a:r>
            <a:r>
              <a:rPr lang="en-US" altLang="zh-CN" sz="26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SSD</a:t>
            </a:r>
            <a:r>
              <a:rPr lang="zh-CN" altLang="en-US" sz="26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固态盘。轻量化</a:t>
            </a:r>
            <a:r>
              <a:rPr lang="en-US" altLang="zh-CN" sz="26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480G</a:t>
            </a:r>
            <a:r>
              <a:rPr lang="zh-CN" altLang="en-US" sz="2600" dirty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；</a:t>
            </a:r>
            <a:r>
              <a:rPr lang="zh-CN" altLang="en-US" sz="26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标准版</a:t>
            </a:r>
            <a:r>
              <a:rPr lang="en-US" altLang="zh-CN" sz="26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960G×2</a:t>
            </a:r>
            <a:r>
              <a:rPr lang="zh-CN" altLang="en-US" sz="26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；高配版</a:t>
            </a:r>
            <a:r>
              <a:rPr lang="en-US" altLang="zh-CN" sz="26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1.92T×4</a:t>
            </a:r>
            <a:r>
              <a:rPr lang="zh-CN" altLang="en-US" sz="26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。如有双机热备需求，则必须有</a:t>
            </a:r>
            <a:r>
              <a:rPr lang="en-US" altLang="zh-CN" sz="26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1T</a:t>
            </a:r>
            <a:r>
              <a:rPr lang="zh-CN" altLang="en-US" sz="26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及以上的硬盘。</a:t>
            </a:r>
            <a:endParaRPr lang="en-US" sz="2600" dirty="0"/>
          </a:p>
        </p:txBody>
      </p:sp>
      <p:sp>
        <p:nvSpPr>
          <p:cNvPr id="17" name="Text 6"/>
          <p:cNvSpPr/>
          <p:nvPr/>
        </p:nvSpPr>
        <p:spPr>
          <a:xfrm rot="21600000">
            <a:off x="13542264" y="7763256"/>
            <a:ext cx="2779776" cy="521208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 marL="0" indent="0" algn="l">
              <a:lnSpc>
                <a:spcPts val="4080"/>
              </a:lnSpc>
              <a:buNone/>
            </a:pPr>
            <a:r>
              <a:rPr lang="en-US" sz="3400" dirty="0">
                <a:solidFill>
                  <a:srgbClr val="323C5F"/>
                </a:solidFill>
                <a:latin typeface="AlibabaPuHuiTi-Medium" pitchFamily="34" charset="0"/>
                <a:ea typeface="AlibabaPuHuiTi-Medium" pitchFamily="34" charset="-122"/>
                <a:cs typeface="AlibabaPuHuiTi-Medium" pitchFamily="34" charset="-120"/>
              </a:rPr>
              <a:t>存储设备</a:t>
            </a:r>
            <a:endParaRPr lang="en-US" sz="3400" dirty="0"/>
          </a:p>
        </p:txBody>
      </p:sp>
      <p:pic>
        <p:nvPicPr>
          <p:cNvPr id="18" name="Image 9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10800000">
            <a:off x="12088368" y="8723376"/>
            <a:ext cx="822960" cy="100584"/>
          </a:xfrm>
          <a:prstGeom prst="rect">
            <a:avLst/>
          </a:prstGeom>
        </p:spPr>
      </p:pic>
      <p:pic>
        <p:nvPicPr>
          <p:cNvPr id="19" name="Image 1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1700784" y="8714232"/>
            <a:ext cx="9701784" cy="2898648"/>
          </a:xfrm>
          <a:prstGeom prst="rect">
            <a:avLst/>
          </a:prstGeom>
        </p:spPr>
      </p:pic>
      <p:sp>
        <p:nvSpPr>
          <p:cNvPr id="20" name="Text 7"/>
          <p:cNvSpPr/>
          <p:nvPr/>
        </p:nvSpPr>
        <p:spPr>
          <a:xfrm rot="21600000">
            <a:off x="2478024" y="9994392"/>
            <a:ext cx="8558784" cy="1069848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>
              <a:lnSpc>
                <a:spcPts val="4163"/>
              </a:lnSpc>
            </a:pPr>
            <a:r>
              <a:rPr lang="en-US" sz="26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centos7、centos8、redhat7、redhat8、openEuler</a:t>
            </a:r>
            <a:r>
              <a:rPr lang="zh-CN" altLang="en-US" sz="26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。</a:t>
            </a:r>
            <a:endParaRPr lang="en-US" sz="2600" dirty="0"/>
          </a:p>
        </p:txBody>
      </p:sp>
      <p:sp>
        <p:nvSpPr>
          <p:cNvPr id="21" name="Text 8"/>
          <p:cNvSpPr/>
          <p:nvPr/>
        </p:nvSpPr>
        <p:spPr>
          <a:xfrm rot="21600000">
            <a:off x="8257032" y="9290304"/>
            <a:ext cx="2779776" cy="521208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 marL="0" indent="0" algn="r">
              <a:lnSpc>
                <a:spcPts val="4080"/>
              </a:lnSpc>
              <a:buNone/>
            </a:pPr>
            <a:r>
              <a:rPr lang="zh-CN" altLang="en-US" sz="3400" dirty="0" smtClean="0">
                <a:solidFill>
                  <a:srgbClr val="323C5F"/>
                </a:solidFill>
                <a:latin typeface="AlibabaPuHuiTi-Medium" pitchFamily="34" charset="0"/>
                <a:ea typeface="AlibabaPuHuiTi-Medium" pitchFamily="34" charset="-122"/>
              </a:rPr>
              <a:t>操作系统</a:t>
            </a:r>
            <a:endParaRPr lang="en-US" sz="3400" dirty="0"/>
          </a:p>
        </p:txBody>
      </p:sp>
      <p:pic>
        <p:nvPicPr>
          <p:cNvPr id="22" name="Image 1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10800000">
            <a:off x="11402568" y="10131552"/>
            <a:ext cx="822960" cy="100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37351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545336" y="1737360"/>
            <a:ext cx="256032" cy="256032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1271016" y="1499616"/>
            <a:ext cx="420624" cy="42062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 rot="21600000">
            <a:off x="1993392" y="1252728"/>
            <a:ext cx="9198864" cy="1170432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 marL="0" indent="0" algn="l">
              <a:lnSpc>
                <a:spcPts val="9244"/>
              </a:lnSpc>
              <a:buNone/>
            </a:pPr>
            <a:r>
              <a:rPr lang="zh-CN" altLang="en-US" sz="7700" dirty="0" smtClean="0">
                <a:solidFill>
                  <a:srgbClr val="333B5F"/>
                </a:solidFill>
                <a:latin typeface="AlibabaPuHuiTi-Medium" pitchFamily="34" charset="0"/>
                <a:ea typeface="AlibabaPuHuiTi-Medium" pitchFamily="34" charset="-122"/>
                <a:cs typeface="AlibabaPuHuiTi-Medium" pitchFamily="34" charset="-120"/>
              </a:rPr>
              <a:t>物理服务器分类</a:t>
            </a:r>
            <a:endParaRPr lang="en-US" sz="7700" dirty="0"/>
          </a:p>
        </p:txBody>
      </p:sp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20253960" y="9985248"/>
            <a:ext cx="6364224" cy="6263640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 rot="21600000">
            <a:off x="14913864" y="4370832"/>
            <a:ext cx="6720840" cy="1014984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 marL="0" indent="0" algn="l">
              <a:lnSpc>
                <a:spcPts val="3984"/>
              </a:lnSpc>
              <a:buNone/>
            </a:pPr>
            <a:r>
              <a:rPr lang="zh-CN" altLang="en-US" sz="24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需按顺序安装部署</a:t>
            </a:r>
            <a:r>
              <a:rPr lang="en-US" altLang="zh-CN" sz="24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RCS</a:t>
            </a:r>
            <a:r>
              <a:rPr lang="zh-CN" altLang="en-US" sz="24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、</a:t>
            </a:r>
            <a:r>
              <a:rPr lang="en-US" altLang="zh-CN" sz="24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ICS</a:t>
            </a:r>
            <a:r>
              <a:rPr lang="en-US" sz="24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。</a:t>
            </a:r>
            <a:endParaRPr lang="en-US" sz="2400" dirty="0"/>
          </a:p>
        </p:txBody>
      </p:sp>
      <p:sp>
        <p:nvSpPr>
          <p:cNvPr id="7" name="Text 2"/>
          <p:cNvSpPr/>
          <p:nvPr/>
        </p:nvSpPr>
        <p:spPr>
          <a:xfrm rot="21600000">
            <a:off x="14913864" y="3767328"/>
            <a:ext cx="4821936" cy="484632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 algn="r">
              <a:lnSpc>
                <a:spcPts val="3840"/>
              </a:lnSpc>
            </a:pPr>
            <a:r>
              <a:rPr lang="zh-CN" altLang="en-US" sz="3200" dirty="0" smtClean="0">
                <a:solidFill>
                  <a:srgbClr val="323C5F"/>
                </a:solidFill>
                <a:latin typeface="AlibabaPuHuiTi-Medium" pitchFamily="34" charset="0"/>
                <a:ea typeface="AlibabaPuHuiTi-Medium" pitchFamily="34" charset="-122"/>
                <a:cs typeface="AlibabaPuHuiTi-Medium" pitchFamily="34" charset="-120"/>
              </a:rPr>
              <a:t>华睿服务器（仅带环境）</a:t>
            </a:r>
            <a:endParaRPr lang="en-US" altLang="zh-CN" sz="3200" dirty="0"/>
          </a:p>
        </p:txBody>
      </p:sp>
      <p:sp>
        <p:nvSpPr>
          <p:cNvPr id="8" name="Text 3"/>
          <p:cNvSpPr/>
          <p:nvPr/>
        </p:nvSpPr>
        <p:spPr>
          <a:xfrm rot="21600000">
            <a:off x="2569464" y="4370832"/>
            <a:ext cx="6729984" cy="1014984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 marL="0" indent="0" algn="r">
              <a:lnSpc>
                <a:spcPts val="3984"/>
              </a:lnSpc>
              <a:buNone/>
            </a:pPr>
            <a:r>
              <a:rPr lang="zh-CN" altLang="en-US" sz="24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无需其他操作，直接登录平台页面使用</a:t>
            </a:r>
            <a:r>
              <a:rPr lang="en-US" sz="24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。</a:t>
            </a:r>
            <a:endParaRPr lang="en-US" sz="2400" dirty="0"/>
          </a:p>
        </p:txBody>
      </p:sp>
      <p:sp>
        <p:nvSpPr>
          <p:cNvPr id="9" name="Text 4"/>
          <p:cNvSpPr/>
          <p:nvPr/>
        </p:nvSpPr>
        <p:spPr>
          <a:xfrm rot="21600000">
            <a:off x="6684264" y="3767328"/>
            <a:ext cx="4507992" cy="484632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 marL="0" indent="0" algn="r">
              <a:lnSpc>
                <a:spcPts val="3840"/>
              </a:lnSpc>
              <a:buNone/>
            </a:pPr>
            <a:r>
              <a:rPr lang="zh-CN" altLang="en-US" sz="3200" dirty="0" smtClean="0">
                <a:solidFill>
                  <a:srgbClr val="323C5F"/>
                </a:solidFill>
                <a:latin typeface="AlibabaPuHuiTi-Medium" pitchFamily="34" charset="0"/>
                <a:ea typeface="AlibabaPuHuiTi-Medium" pitchFamily="34" charset="-122"/>
                <a:cs typeface="AlibabaPuHuiTi-Medium" pitchFamily="34" charset="-120"/>
              </a:rPr>
              <a:t>华睿服务器（自带平台）</a:t>
            </a:r>
            <a:endParaRPr lang="en-US" sz="3200" dirty="0"/>
          </a:p>
        </p:txBody>
      </p:sp>
      <p:sp>
        <p:nvSpPr>
          <p:cNvPr id="10" name="Text 5"/>
          <p:cNvSpPr/>
          <p:nvPr/>
        </p:nvSpPr>
        <p:spPr>
          <a:xfrm rot="21600000">
            <a:off x="3093720" y="8494014"/>
            <a:ext cx="6729984" cy="1014984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>
              <a:lnSpc>
                <a:spcPts val="3984"/>
              </a:lnSpc>
            </a:pPr>
            <a:r>
              <a:rPr lang="en-US" sz="24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1</a:t>
            </a:r>
            <a:r>
              <a:rPr lang="zh-CN" altLang="en-US" sz="24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、确认自带的系统，一般只能使用纯净版本</a:t>
            </a:r>
            <a:r>
              <a:rPr lang="en-US" altLang="zh-CN" sz="24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centos7</a:t>
            </a:r>
            <a:r>
              <a:rPr lang="zh-CN" altLang="en-US" sz="24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、</a:t>
            </a:r>
            <a:r>
              <a:rPr lang="en-US" altLang="zh-CN" sz="24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centos8</a:t>
            </a:r>
            <a:r>
              <a:rPr lang="zh-CN" altLang="en-US" sz="24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、</a:t>
            </a:r>
            <a:r>
              <a:rPr lang="en-US" altLang="zh-CN" sz="24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redhat7</a:t>
            </a:r>
            <a:r>
              <a:rPr lang="zh-CN" altLang="en-US" sz="24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、</a:t>
            </a:r>
            <a:r>
              <a:rPr lang="en-US" altLang="zh-CN" sz="24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redhat8</a:t>
            </a:r>
            <a:r>
              <a:rPr lang="zh-CN" altLang="en-US" sz="24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、</a:t>
            </a:r>
            <a:r>
              <a:rPr lang="en-US" altLang="zh-CN" sz="2400" dirty="0" err="1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openEuler</a:t>
            </a:r>
            <a:r>
              <a:rPr lang="zh-CN" altLang="en-US" sz="24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，否则重新烧录部署系统。</a:t>
            </a:r>
            <a:endParaRPr lang="en-US" altLang="zh-CN" sz="2400" dirty="0" smtClean="0">
              <a:solidFill>
                <a:srgbClr val="323C5F"/>
              </a:solidFill>
              <a:latin typeface="AlibabaPuHuiTi-Regular" pitchFamily="34" charset="0"/>
              <a:ea typeface="AlibabaPuHuiTi-Regular" pitchFamily="34" charset="-122"/>
              <a:cs typeface="AlibabaPuHuiTi-Regular" pitchFamily="34" charset="-120"/>
            </a:endParaRPr>
          </a:p>
          <a:p>
            <a:pPr>
              <a:lnSpc>
                <a:spcPts val="3984"/>
              </a:lnSpc>
            </a:pPr>
            <a:r>
              <a:rPr lang="en-US" sz="24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</a:rPr>
              <a:t>2</a:t>
            </a:r>
            <a:r>
              <a:rPr lang="zh-CN" altLang="en-US" sz="2400" dirty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</a:rPr>
              <a:t>、</a:t>
            </a:r>
            <a:r>
              <a:rPr lang="zh-CN" altLang="en-US" sz="24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</a:rPr>
              <a:t>单独使用</a:t>
            </a:r>
            <a:r>
              <a:rPr lang="en-US" altLang="zh-CN" sz="24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</a:rPr>
              <a:t>auto.sh</a:t>
            </a:r>
            <a:r>
              <a:rPr lang="zh-CN" altLang="en-US" sz="24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</a:rPr>
              <a:t>脚本部署环境</a:t>
            </a:r>
            <a:endParaRPr lang="en-US" altLang="zh-CN" sz="2400" dirty="0" smtClean="0">
              <a:solidFill>
                <a:srgbClr val="323C5F"/>
              </a:solidFill>
              <a:latin typeface="AlibabaPuHuiTi-Regular" pitchFamily="34" charset="0"/>
              <a:ea typeface="AlibabaPuHuiTi-Regular" pitchFamily="34" charset="-122"/>
            </a:endParaRPr>
          </a:p>
          <a:p>
            <a:pPr>
              <a:lnSpc>
                <a:spcPts val="3984"/>
              </a:lnSpc>
            </a:pPr>
            <a:r>
              <a:rPr lang="en-US" sz="24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</a:rPr>
              <a:t>3</a:t>
            </a:r>
            <a:r>
              <a:rPr lang="zh-CN" altLang="en-US" sz="24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</a:rPr>
              <a:t>、按顺序安装部署</a:t>
            </a:r>
            <a:r>
              <a:rPr lang="en-US" altLang="zh-CN" sz="24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</a:rPr>
              <a:t>RCS</a:t>
            </a:r>
            <a:r>
              <a:rPr lang="zh-CN" altLang="en-US" sz="24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</a:rPr>
              <a:t>、</a:t>
            </a:r>
            <a:r>
              <a:rPr lang="en-US" altLang="zh-CN" sz="24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</a:rPr>
              <a:t>ICS</a:t>
            </a:r>
            <a:endParaRPr lang="en-US" sz="2400" dirty="0"/>
          </a:p>
        </p:txBody>
      </p:sp>
      <p:sp>
        <p:nvSpPr>
          <p:cNvPr id="11" name="Text 6"/>
          <p:cNvSpPr/>
          <p:nvPr/>
        </p:nvSpPr>
        <p:spPr>
          <a:xfrm rot="21600000">
            <a:off x="3581400" y="6940296"/>
            <a:ext cx="4785360" cy="484632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 marL="0" indent="0">
              <a:lnSpc>
                <a:spcPts val="3840"/>
              </a:lnSpc>
              <a:buNone/>
            </a:pPr>
            <a:r>
              <a:rPr lang="zh-CN" altLang="en-US" sz="3200" dirty="0" smtClean="0">
                <a:solidFill>
                  <a:srgbClr val="323C5F"/>
                </a:solidFill>
                <a:latin typeface="AlibabaPuHuiTi-Medium" pitchFamily="34" charset="0"/>
                <a:ea typeface="AlibabaPuHuiTi-Medium" pitchFamily="34" charset="-122"/>
                <a:cs typeface="AlibabaPuHuiTi-Medium" pitchFamily="34" charset="-120"/>
              </a:rPr>
              <a:t>其他品牌服务器（带系统）</a:t>
            </a:r>
            <a:endParaRPr lang="en-US" sz="3200" dirty="0"/>
          </a:p>
        </p:txBody>
      </p:sp>
      <p:sp>
        <p:nvSpPr>
          <p:cNvPr id="14" name="Text 9"/>
          <p:cNvSpPr/>
          <p:nvPr/>
        </p:nvSpPr>
        <p:spPr>
          <a:xfrm rot="21600000">
            <a:off x="16002000" y="7342632"/>
            <a:ext cx="6729984" cy="1014984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 marL="0" indent="0" algn="l">
              <a:lnSpc>
                <a:spcPts val="3984"/>
              </a:lnSpc>
              <a:buNone/>
            </a:pPr>
            <a:r>
              <a:rPr lang="en-US" sz="24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1</a:t>
            </a:r>
            <a:r>
              <a:rPr lang="zh-CN" altLang="en-US" sz="24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、使用</a:t>
            </a:r>
            <a:r>
              <a:rPr lang="en-US" altLang="zh-CN" sz="24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U</a:t>
            </a:r>
            <a:r>
              <a:rPr lang="zh-CN" altLang="en-US" sz="24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盘烧录</a:t>
            </a:r>
            <a:r>
              <a:rPr lang="en-US" altLang="zh-CN" sz="2400" dirty="0" err="1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iraypleOs</a:t>
            </a:r>
            <a:r>
              <a:rPr lang="zh-CN" altLang="en-US" sz="24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镜像</a:t>
            </a:r>
            <a:r>
              <a:rPr lang="zh-CN" altLang="en-US" sz="2400" dirty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。</a:t>
            </a:r>
            <a:endParaRPr lang="en-US" sz="2400" dirty="0" smtClean="0">
              <a:solidFill>
                <a:srgbClr val="323C5F"/>
              </a:solidFill>
              <a:latin typeface="AlibabaPuHuiTi-Regular" pitchFamily="34" charset="0"/>
              <a:ea typeface="AlibabaPuHuiTi-Regular" pitchFamily="34" charset="-122"/>
              <a:cs typeface="AlibabaPuHuiTi-Regular" pitchFamily="34" charset="-120"/>
            </a:endParaRPr>
          </a:p>
          <a:p>
            <a:pPr marL="0" indent="0" algn="l">
              <a:lnSpc>
                <a:spcPts val="3984"/>
              </a:lnSpc>
              <a:buNone/>
            </a:pPr>
            <a:r>
              <a:rPr lang="en-US" sz="24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</a:rPr>
              <a:t>2</a:t>
            </a:r>
            <a:r>
              <a:rPr lang="zh-CN" altLang="en-US" sz="24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</a:rPr>
              <a:t>、按顺序安装部署</a:t>
            </a:r>
            <a:r>
              <a:rPr lang="en-US" altLang="zh-CN" sz="24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</a:rPr>
              <a:t>RCS</a:t>
            </a:r>
            <a:r>
              <a:rPr lang="zh-CN" altLang="en-US" sz="24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</a:rPr>
              <a:t>、</a:t>
            </a:r>
            <a:r>
              <a:rPr lang="en-US" altLang="zh-CN" sz="24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</a:rPr>
              <a:t>ICS</a:t>
            </a:r>
            <a:r>
              <a:rPr lang="zh-CN" altLang="en-US" sz="24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</a:rPr>
              <a:t>。</a:t>
            </a:r>
            <a:endParaRPr lang="en-US" sz="2400" dirty="0"/>
          </a:p>
        </p:txBody>
      </p:sp>
      <p:sp>
        <p:nvSpPr>
          <p:cNvPr id="15" name="Text 10"/>
          <p:cNvSpPr/>
          <p:nvPr/>
        </p:nvSpPr>
        <p:spPr>
          <a:xfrm rot="21600000">
            <a:off x="16002000" y="6711696"/>
            <a:ext cx="4933950" cy="484632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>
              <a:lnSpc>
                <a:spcPts val="3840"/>
              </a:lnSpc>
            </a:pPr>
            <a:r>
              <a:rPr lang="zh-CN" altLang="en-US" sz="3200" dirty="0" smtClean="0">
                <a:solidFill>
                  <a:srgbClr val="323C5F"/>
                </a:solidFill>
                <a:latin typeface="AlibabaPuHuiTi-Medium" pitchFamily="34" charset="0"/>
                <a:ea typeface="AlibabaPuHuiTi-Medium" pitchFamily="34" charset="-122"/>
                <a:cs typeface="AlibabaPuHuiTi-Medium" pitchFamily="34" charset="-120"/>
              </a:rPr>
              <a:t>其他品牌服务器（无系统）</a:t>
            </a:r>
            <a:endParaRPr lang="en-US" altLang="zh-CN" sz="32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9793224" y="4379976"/>
            <a:ext cx="2276856" cy="2121408"/>
          </a:xfrm>
          <a:prstGeom prst="rect">
            <a:avLst/>
          </a:prstGeom>
        </p:spPr>
      </p:pic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9637776" y="6199632"/>
            <a:ext cx="1664208" cy="2706624"/>
          </a:xfrm>
          <a:prstGeom prst="rect">
            <a:avLst/>
          </a:prstGeom>
        </p:spPr>
      </p:pic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10689336" y="8092440"/>
            <a:ext cx="2980944" cy="1335024"/>
          </a:xfrm>
          <a:prstGeom prst="rect">
            <a:avLst/>
          </a:prstGeom>
        </p:spPr>
      </p:pic>
      <p:pic>
        <p:nvPicPr>
          <p:cNvPr id="19" name="Image 6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13094208" y="5952744"/>
            <a:ext cx="1627632" cy="2944368"/>
          </a:xfrm>
          <a:prstGeom prst="rect">
            <a:avLst/>
          </a:prstGeom>
        </p:spPr>
      </p:pic>
      <p:pic>
        <p:nvPicPr>
          <p:cNvPr id="20" name="Image 7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11823192" y="4379976"/>
            <a:ext cx="2642616" cy="2084832"/>
          </a:xfrm>
          <a:prstGeom prst="rect">
            <a:avLst/>
          </a:prstGeom>
        </p:spPr>
      </p:pic>
      <p:pic>
        <p:nvPicPr>
          <p:cNvPr id="21" name="Image 8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1600000">
            <a:off x="11695176" y="6409944"/>
            <a:ext cx="905256" cy="1005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76135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545336" y="1737360"/>
            <a:ext cx="256032" cy="256032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1271016" y="1499616"/>
            <a:ext cx="420624" cy="42062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 rot="21600000">
            <a:off x="1993391" y="1252728"/>
            <a:ext cx="24047959" cy="1170432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>
              <a:lnSpc>
                <a:spcPts val="9244"/>
              </a:lnSpc>
            </a:pPr>
            <a:r>
              <a:rPr lang="zh-CN" altLang="en-US" sz="8000" dirty="0" smtClean="0">
                <a:solidFill>
                  <a:srgbClr val="323C5F"/>
                </a:solidFill>
                <a:latin typeface="AlibabaPuHuiTi-Medium" pitchFamily="34" charset="0"/>
                <a:ea typeface="AlibabaPuHuiTi-Medium" pitchFamily="34" charset="-122"/>
                <a:cs typeface="AlibabaPuHuiTi-Medium" pitchFamily="34" charset="-120"/>
              </a:rPr>
              <a:t>其他品牌服务器（带系统）</a:t>
            </a:r>
            <a:r>
              <a:rPr lang="zh-CN" altLang="en-US" sz="7700" dirty="0" smtClean="0">
                <a:solidFill>
                  <a:srgbClr val="333B5F"/>
                </a:solidFill>
                <a:latin typeface="AlibabaPuHuiTi-Medium" pitchFamily="34" charset="0"/>
                <a:ea typeface="AlibabaPuHuiTi-Medium" pitchFamily="34" charset="-122"/>
              </a:rPr>
              <a:t>部署步骤</a:t>
            </a:r>
            <a:endParaRPr lang="en-US" sz="7700" dirty="0"/>
          </a:p>
        </p:txBody>
      </p:sp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20253960" y="9985248"/>
            <a:ext cx="6364224" cy="6263640"/>
          </a:xfrm>
          <a:prstGeom prst="rect">
            <a:avLst/>
          </a:prstGeom>
        </p:spPr>
      </p:pic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6200000">
            <a:off x="4443984" y="10378440"/>
            <a:ext cx="1261872" cy="91440"/>
          </a:xfrm>
          <a:prstGeom prst="rect">
            <a:avLst/>
          </a:prstGeom>
        </p:spPr>
      </p:pic>
      <p:pic>
        <p:nvPicPr>
          <p:cNvPr id="7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16200000">
            <a:off x="17885664" y="10131552"/>
            <a:ext cx="1728216" cy="91440"/>
          </a:xfrm>
          <a:prstGeom prst="rect">
            <a:avLst/>
          </a:prstGeom>
        </p:spPr>
      </p:pic>
      <p:pic>
        <p:nvPicPr>
          <p:cNvPr id="8" name="Image 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16200000">
            <a:off x="11439144" y="10250424"/>
            <a:ext cx="1490472" cy="91440"/>
          </a:xfrm>
          <a:prstGeom prst="rect">
            <a:avLst/>
          </a:prstGeom>
        </p:spPr>
      </p:pic>
      <p:pic>
        <p:nvPicPr>
          <p:cNvPr id="9" name="Image 6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1728216" y="11036808"/>
            <a:ext cx="20921472" cy="91440"/>
          </a:xfrm>
          <a:prstGeom prst="rect">
            <a:avLst/>
          </a:prstGeom>
        </p:spPr>
      </p:pic>
      <p:pic>
        <p:nvPicPr>
          <p:cNvPr id="10" name="Image 7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1737360" y="9756648"/>
            <a:ext cx="7735824" cy="256032"/>
          </a:xfrm>
          <a:prstGeom prst="rect">
            <a:avLst/>
          </a:prstGeom>
        </p:spPr>
      </p:pic>
      <p:pic>
        <p:nvPicPr>
          <p:cNvPr id="11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8321040" y="9445752"/>
            <a:ext cx="7735824" cy="256032"/>
          </a:xfrm>
          <a:prstGeom prst="rect">
            <a:avLst/>
          </a:prstGeom>
        </p:spPr>
      </p:pic>
      <p:pic>
        <p:nvPicPr>
          <p:cNvPr id="12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14977872" y="9144000"/>
            <a:ext cx="7735824" cy="256032"/>
          </a:xfrm>
          <a:prstGeom prst="rect">
            <a:avLst/>
          </a:prstGeom>
        </p:spPr>
      </p:pic>
      <p:pic>
        <p:nvPicPr>
          <p:cNvPr id="13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16200000">
            <a:off x="-27432" y="7571232"/>
            <a:ext cx="4270248" cy="100584"/>
          </a:xfrm>
          <a:prstGeom prst="rect">
            <a:avLst/>
          </a:prstGeom>
        </p:spPr>
      </p:pic>
      <p:pic>
        <p:nvPicPr>
          <p:cNvPr id="14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16200000">
            <a:off x="6208776" y="6931152"/>
            <a:ext cx="5084064" cy="100584"/>
          </a:xfrm>
          <a:prstGeom prst="rect">
            <a:avLst/>
          </a:prstGeom>
        </p:spPr>
      </p:pic>
      <p:pic>
        <p:nvPicPr>
          <p:cNvPr id="15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16200000">
            <a:off x="12545568" y="6345936"/>
            <a:ext cx="5843016" cy="100584"/>
          </a:xfrm>
          <a:prstGeom prst="rect">
            <a:avLst/>
          </a:prstGeom>
        </p:spPr>
      </p:pic>
      <p:sp>
        <p:nvSpPr>
          <p:cNvPr id="16" name="Text 1"/>
          <p:cNvSpPr/>
          <p:nvPr/>
        </p:nvSpPr>
        <p:spPr>
          <a:xfrm rot="21600000">
            <a:off x="9167621" y="5349240"/>
            <a:ext cx="5257800" cy="1133856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 marL="0" indent="0" algn="l">
              <a:lnSpc>
                <a:spcPts val="4420"/>
              </a:lnSpc>
              <a:buNone/>
            </a:pPr>
            <a:r>
              <a:rPr lang="zh-CN" altLang="en-US" sz="26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使用</a:t>
            </a:r>
            <a:r>
              <a:rPr lang="en-US" altLang="zh-CN" sz="26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auto.sh</a:t>
            </a:r>
            <a:r>
              <a:rPr lang="zh-CN" altLang="en-US" sz="26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脚本安装环境，一般需要</a:t>
            </a:r>
            <a:r>
              <a:rPr lang="en-US" altLang="zh-CN" sz="26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1-2</a:t>
            </a:r>
            <a:r>
              <a:rPr lang="zh-CN" altLang="en-US" sz="26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小时安装时间</a:t>
            </a:r>
            <a:r>
              <a:rPr lang="en-US" sz="26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。</a:t>
            </a:r>
            <a:endParaRPr lang="en-US" sz="2600" dirty="0"/>
          </a:p>
        </p:txBody>
      </p:sp>
      <p:sp>
        <p:nvSpPr>
          <p:cNvPr id="17" name="Text 2"/>
          <p:cNvSpPr/>
          <p:nvPr/>
        </p:nvSpPr>
        <p:spPr>
          <a:xfrm rot="21600000">
            <a:off x="9171431" y="4617720"/>
            <a:ext cx="3474525" cy="521208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>
              <a:lnSpc>
                <a:spcPts val="4560"/>
              </a:lnSpc>
            </a:pPr>
            <a:r>
              <a:rPr lang="zh-CN" altLang="en-US" sz="3800" dirty="0">
                <a:solidFill>
                  <a:srgbClr val="323C5F"/>
                </a:solidFill>
                <a:latin typeface="AlibabaPuHuiTi-Medium" pitchFamily="34" charset="0"/>
                <a:ea typeface="AlibabaPuHuiTi-Medium" pitchFamily="34" charset="-122"/>
              </a:rPr>
              <a:t>安装环境</a:t>
            </a:r>
            <a:r>
              <a:rPr lang="en-US" altLang="zh-CN" sz="3800" dirty="0">
                <a:solidFill>
                  <a:srgbClr val="323C5F"/>
                </a:solidFill>
                <a:latin typeface="AlibabaPuHuiTi-Medium" pitchFamily="34" charset="0"/>
                <a:ea typeface="AlibabaPuHuiTi-Medium" pitchFamily="34" charset="-122"/>
              </a:rPr>
              <a:t>/</a:t>
            </a:r>
            <a:r>
              <a:rPr lang="zh-CN" altLang="en-US" sz="3800" dirty="0">
                <a:solidFill>
                  <a:srgbClr val="323C5F"/>
                </a:solidFill>
                <a:latin typeface="AlibabaPuHuiTi-Medium" pitchFamily="34" charset="0"/>
                <a:ea typeface="AlibabaPuHuiTi-Medium" pitchFamily="34" charset="-122"/>
              </a:rPr>
              <a:t>镜像</a:t>
            </a:r>
            <a:endParaRPr lang="en-US" sz="3800" dirty="0">
              <a:solidFill>
                <a:srgbClr val="323C5F"/>
              </a:solidFill>
              <a:latin typeface="AlibabaPuHuiTi-Medium" pitchFamily="34" charset="0"/>
              <a:ea typeface="AlibabaPuHuiTi-Medium" pitchFamily="34" charset="-122"/>
            </a:endParaRPr>
          </a:p>
        </p:txBody>
      </p:sp>
      <p:sp>
        <p:nvSpPr>
          <p:cNvPr id="18" name="Text 3"/>
          <p:cNvSpPr/>
          <p:nvPr/>
        </p:nvSpPr>
        <p:spPr>
          <a:xfrm rot="21600000">
            <a:off x="15979140" y="4591650"/>
            <a:ext cx="5257800" cy="1133856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 marL="0" indent="0" algn="l">
              <a:lnSpc>
                <a:spcPts val="4420"/>
              </a:lnSpc>
              <a:buNone/>
            </a:pPr>
            <a:r>
              <a:rPr lang="zh-CN" altLang="en-US" sz="26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新老版本都是用同一个脚本</a:t>
            </a:r>
            <a:r>
              <a:rPr lang="en-US" altLang="zh-CN" sz="26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start.sh</a:t>
            </a:r>
            <a:r>
              <a:rPr lang="zh-CN" altLang="en-US" sz="26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部署平台</a:t>
            </a:r>
            <a:r>
              <a:rPr lang="en-US" altLang="zh-CN" sz="26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RCS</a:t>
            </a:r>
            <a:r>
              <a:rPr lang="zh-CN" altLang="en-US" sz="26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及</a:t>
            </a:r>
            <a:r>
              <a:rPr lang="en-US" altLang="zh-CN" sz="26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ICS</a:t>
            </a:r>
            <a:r>
              <a:rPr lang="zh-CN" altLang="en-US" sz="26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，注意部署先后顺序。</a:t>
            </a:r>
            <a:r>
              <a:rPr lang="zh-CN" altLang="en-US" sz="2600" dirty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可</a:t>
            </a:r>
            <a:r>
              <a:rPr lang="zh-CN" altLang="en-US" sz="26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部署</a:t>
            </a:r>
            <a:r>
              <a:rPr lang="en-US" altLang="zh-CN" sz="26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4.1</a:t>
            </a:r>
            <a:r>
              <a:rPr lang="zh-CN" altLang="en-US" sz="26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至</a:t>
            </a:r>
            <a:r>
              <a:rPr lang="en-US" altLang="zh-CN" sz="26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4.5</a:t>
            </a:r>
            <a:r>
              <a:rPr lang="zh-CN" altLang="en-US" sz="26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所有版本。</a:t>
            </a:r>
            <a:endParaRPr lang="en-US" sz="2600" dirty="0"/>
          </a:p>
        </p:txBody>
      </p:sp>
      <p:sp>
        <p:nvSpPr>
          <p:cNvPr id="19" name="Text 4"/>
          <p:cNvSpPr/>
          <p:nvPr/>
        </p:nvSpPr>
        <p:spPr>
          <a:xfrm rot="21600000">
            <a:off x="15892272" y="3611880"/>
            <a:ext cx="2779776" cy="521208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 marL="0" indent="0" algn="l">
              <a:lnSpc>
                <a:spcPts val="4080"/>
              </a:lnSpc>
              <a:buNone/>
            </a:pPr>
            <a:endParaRPr lang="en-US" sz="3400" dirty="0"/>
          </a:p>
        </p:txBody>
      </p:sp>
      <p:sp>
        <p:nvSpPr>
          <p:cNvPr id="20" name="Text 5"/>
          <p:cNvSpPr/>
          <p:nvPr/>
        </p:nvSpPr>
        <p:spPr>
          <a:xfrm rot="21600000">
            <a:off x="2400299" y="7157466"/>
            <a:ext cx="5929885" cy="1133856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>
              <a:lnSpc>
                <a:spcPts val="3984"/>
              </a:lnSpc>
            </a:pPr>
            <a:r>
              <a:rPr lang="en-US" altLang="zh-CN" sz="28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1</a:t>
            </a:r>
            <a:r>
              <a:rPr lang="zh-CN" altLang="en-US" sz="28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、确认自带的系统，一般只能使用纯净版本</a:t>
            </a:r>
            <a:r>
              <a:rPr lang="en-US" altLang="zh-CN" sz="28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centos7</a:t>
            </a:r>
            <a:r>
              <a:rPr lang="zh-CN" altLang="en-US" sz="28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、</a:t>
            </a:r>
            <a:r>
              <a:rPr lang="en-US" altLang="zh-CN" sz="28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centos8</a:t>
            </a:r>
            <a:r>
              <a:rPr lang="zh-CN" altLang="en-US" sz="28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、</a:t>
            </a:r>
            <a:r>
              <a:rPr lang="en-US" altLang="zh-CN" sz="28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redhat7</a:t>
            </a:r>
            <a:r>
              <a:rPr lang="zh-CN" altLang="en-US" sz="28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、</a:t>
            </a:r>
            <a:r>
              <a:rPr lang="en-US" altLang="zh-CN" sz="28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redhat8</a:t>
            </a:r>
            <a:r>
              <a:rPr lang="zh-CN" altLang="en-US" sz="28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、</a:t>
            </a:r>
            <a:r>
              <a:rPr lang="en-US" altLang="zh-CN" sz="2800" dirty="0" err="1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openEuler</a:t>
            </a:r>
            <a:r>
              <a:rPr lang="zh-CN" altLang="en-US" sz="28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，否则重新烧录部署系统，强烈建议直接用</a:t>
            </a:r>
            <a:r>
              <a:rPr lang="en-US" altLang="zh-CN" sz="28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U</a:t>
            </a:r>
            <a:r>
              <a:rPr lang="zh-CN" altLang="en-US" sz="28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盘刻录</a:t>
            </a:r>
            <a:r>
              <a:rPr lang="en-US" altLang="zh-CN" sz="2800" dirty="0" err="1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iraypleOs</a:t>
            </a:r>
            <a:r>
              <a:rPr lang="zh-CN" altLang="en-US" sz="28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后重装系统，时间大概</a:t>
            </a:r>
            <a:r>
              <a:rPr lang="en-US" altLang="zh-CN" sz="28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10-15</a:t>
            </a:r>
            <a:r>
              <a:rPr lang="zh-CN" altLang="en-US" sz="28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分钟，安度安装镜像的时间在</a:t>
            </a:r>
            <a:r>
              <a:rPr lang="en-US" altLang="zh-CN" sz="28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1</a:t>
            </a:r>
            <a:r>
              <a:rPr lang="zh-CN" altLang="en-US" sz="28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小时以上。</a:t>
            </a:r>
            <a:endParaRPr lang="en-US" altLang="zh-CN" sz="2800" dirty="0" smtClean="0">
              <a:solidFill>
                <a:srgbClr val="323C5F"/>
              </a:solidFill>
              <a:latin typeface="AlibabaPuHuiTi-Regular" pitchFamily="34" charset="0"/>
              <a:ea typeface="AlibabaPuHuiTi-Regular" pitchFamily="34" charset="-122"/>
              <a:cs typeface="AlibabaPuHuiTi-Regular" pitchFamily="34" charset="-120"/>
            </a:endParaRPr>
          </a:p>
        </p:txBody>
      </p:sp>
      <p:sp>
        <p:nvSpPr>
          <p:cNvPr id="21" name="Text 6"/>
          <p:cNvSpPr/>
          <p:nvPr/>
        </p:nvSpPr>
        <p:spPr>
          <a:xfrm rot="21600000">
            <a:off x="2450591" y="5116069"/>
            <a:ext cx="3736199" cy="576072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 marL="0" indent="0" algn="l">
              <a:lnSpc>
                <a:spcPts val="4560"/>
              </a:lnSpc>
              <a:buNone/>
            </a:pPr>
            <a:r>
              <a:rPr lang="zh-CN" altLang="en-US" sz="3800" dirty="0" smtClean="0">
                <a:solidFill>
                  <a:srgbClr val="323C5F"/>
                </a:solidFill>
                <a:latin typeface="AlibabaPuHuiTi-Medium" pitchFamily="34" charset="0"/>
                <a:ea typeface="AlibabaPuHuiTi-Medium" pitchFamily="34" charset="-122"/>
              </a:rPr>
              <a:t>确认系统版本</a:t>
            </a:r>
            <a:endParaRPr lang="en-US" sz="3800" dirty="0"/>
          </a:p>
        </p:txBody>
      </p:sp>
      <p:sp>
        <p:nvSpPr>
          <p:cNvPr id="22" name="Text 7"/>
          <p:cNvSpPr/>
          <p:nvPr/>
        </p:nvSpPr>
        <p:spPr>
          <a:xfrm rot="21600000">
            <a:off x="4416552" y="11622024"/>
            <a:ext cx="1335024" cy="457200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3000" dirty="0">
                <a:solidFill>
                  <a:srgbClr val="3973FF"/>
                </a:solidFill>
                <a:latin typeface="Poppins-Medium" pitchFamily="34" charset="0"/>
                <a:ea typeface="Poppins-Medium" pitchFamily="34" charset="-122"/>
                <a:cs typeface="Poppins-Medium" pitchFamily="34" charset="-120"/>
              </a:rPr>
              <a:t>01</a:t>
            </a:r>
            <a:endParaRPr lang="en-US" sz="3000" dirty="0"/>
          </a:p>
        </p:txBody>
      </p:sp>
      <p:pic>
        <p:nvPicPr>
          <p:cNvPr id="23" name="Image 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21600000">
            <a:off x="4956048" y="10963656"/>
            <a:ext cx="256032" cy="256032"/>
          </a:xfrm>
          <a:prstGeom prst="rect">
            <a:avLst/>
          </a:prstGeom>
        </p:spPr>
      </p:pic>
      <p:sp>
        <p:nvSpPr>
          <p:cNvPr id="24" name="Text 8"/>
          <p:cNvSpPr/>
          <p:nvPr/>
        </p:nvSpPr>
        <p:spPr>
          <a:xfrm rot="21600000">
            <a:off x="11466576" y="11622024"/>
            <a:ext cx="1426464" cy="457200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3000" dirty="0">
                <a:solidFill>
                  <a:srgbClr val="3973FF"/>
                </a:solidFill>
                <a:latin typeface="Poppins-Medium" pitchFamily="34" charset="0"/>
                <a:ea typeface="Poppins-Medium" pitchFamily="34" charset="-122"/>
                <a:cs typeface="Poppins-Medium" pitchFamily="34" charset="-120"/>
              </a:rPr>
              <a:t>02</a:t>
            </a:r>
            <a:endParaRPr lang="en-US" sz="3000" dirty="0"/>
          </a:p>
        </p:txBody>
      </p:sp>
      <p:pic>
        <p:nvPicPr>
          <p:cNvPr id="25" name="Image 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21600000">
            <a:off x="12051792" y="10963656"/>
            <a:ext cx="256032" cy="256032"/>
          </a:xfrm>
          <a:prstGeom prst="rect">
            <a:avLst/>
          </a:prstGeom>
        </p:spPr>
      </p:pic>
      <p:sp>
        <p:nvSpPr>
          <p:cNvPr id="26" name="Text 9"/>
          <p:cNvSpPr/>
          <p:nvPr/>
        </p:nvSpPr>
        <p:spPr>
          <a:xfrm rot="21600000">
            <a:off x="18022824" y="11622024"/>
            <a:ext cx="1435608" cy="457200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3000" dirty="0">
                <a:solidFill>
                  <a:srgbClr val="3973FF"/>
                </a:solidFill>
                <a:latin typeface="Poppins-Medium" pitchFamily="34" charset="0"/>
                <a:ea typeface="Poppins-Medium" pitchFamily="34" charset="-122"/>
                <a:cs typeface="Poppins-Medium" pitchFamily="34" charset="-120"/>
              </a:rPr>
              <a:t>03</a:t>
            </a:r>
            <a:endParaRPr lang="en-US" sz="3000" dirty="0"/>
          </a:p>
        </p:txBody>
      </p:sp>
      <p:pic>
        <p:nvPicPr>
          <p:cNvPr id="27" name="Image 15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21600000">
            <a:off x="18608040" y="10963656"/>
            <a:ext cx="256032" cy="256032"/>
          </a:xfrm>
          <a:prstGeom prst="rect">
            <a:avLst/>
          </a:prstGeom>
        </p:spPr>
      </p:pic>
      <p:sp>
        <p:nvSpPr>
          <p:cNvPr id="32" name="Text 2"/>
          <p:cNvSpPr/>
          <p:nvPr/>
        </p:nvSpPr>
        <p:spPr>
          <a:xfrm rot="21600000">
            <a:off x="15957060" y="3735324"/>
            <a:ext cx="3474525" cy="521208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>
              <a:lnSpc>
                <a:spcPts val="4560"/>
              </a:lnSpc>
            </a:pPr>
            <a:r>
              <a:rPr lang="zh-CN" altLang="en-US" sz="3800" dirty="0" smtClean="0">
                <a:solidFill>
                  <a:srgbClr val="323C5F"/>
                </a:solidFill>
                <a:latin typeface="AlibabaPuHuiTi-Medium" pitchFamily="34" charset="0"/>
                <a:ea typeface="AlibabaPuHuiTi-Medium" pitchFamily="34" charset="-122"/>
              </a:rPr>
              <a:t>安装平台</a:t>
            </a:r>
            <a:endParaRPr lang="en-US" sz="3800" dirty="0">
              <a:solidFill>
                <a:srgbClr val="323C5F"/>
              </a:solidFill>
              <a:latin typeface="AlibabaPuHuiTi-Medium" pitchFamily="34" charset="0"/>
              <a:ea typeface="AlibabaPuHuiTi-Medium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207430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545336" y="1737360"/>
            <a:ext cx="256032" cy="256032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1271016" y="1499616"/>
            <a:ext cx="420624" cy="42062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 rot="21600000">
            <a:off x="1993391" y="1252728"/>
            <a:ext cx="24047959" cy="1170432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>
              <a:lnSpc>
                <a:spcPts val="9244"/>
              </a:lnSpc>
            </a:pPr>
            <a:r>
              <a:rPr lang="zh-CN" altLang="en-US" sz="8000" dirty="0" smtClean="0">
                <a:solidFill>
                  <a:srgbClr val="323C5F"/>
                </a:solidFill>
                <a:latin typeface="AlibabaPuHuiTi-Medium" pitchFamily="34" charset="0"/>
                <a:ea typeface="AlibabaPuHuiTi-Medium" pitchFamily="34" charset="-122"/>
                <a:cs typeface="AlibabaPuHuiTi-Medium" pitchFamily="34" charset="-120"/>
              </a:rPr>
              <a:t>其他品牌服务器（无系统）</a:t>
            </a:r>
            <a:r>
              <a:rPr lang="zh-CN" altLang="en-US" sz="7700" dirty="0" smtClean="0">
                <a:solidFill>
                  <a:srgbClr val="333B5F"/>
                </a:solidFill>
                <a:latin typeface="AlibabaPuHuiTi-Medium" pitchFamily="34" charset="0"/>
                <a:ea typeface="AlibabaPuHuiTi-Medium" pitchFamily="34" charset="-122"/>
              </a:rPr>
              <a:t>部署步骤</a:t>
            </a:r>
            <a:endParaRPr lang="en-US" sz="7700" dirty="0"/>
          </a:p>
        </p:txBody>
      </p:sp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20253960" y="9985248"/>
            <a:ext cx="6364224" cy="6263640"/>
          </a:xfrm>
          <a:prstGeom prst="rect">
            <a:avLst/>
          </a:prstGeom>
        </p:spPr>
      </p:pic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6200000">
            <a:off x="4443984" y="10378440"/>
            <a:ext cx="1261872" cy="91440"/>
          </a:xfrm>
          <a:prstGeom prst="rect">
            <a:avLst/>
          </a:prstGeom>
        </p:spPr>
      </p:pic>
      <p:pic>
        <p:nvPicPr>
          <p:cNvPr id="7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16200000">
            <a:off x="17885664" y="10131552"/>
            <a:ext cx="1728216" cy="91440"/>
          </a:xfrm>
          <a:prstGeom prst="rect">
            <a:avLst/>
          </a:prstGeom>
        </p:spPr>
      </p:pic>
      <p:pic>
        <p:nvPicPr>
          <p:cNvPr id="8" name="Image 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16200000">
            <a:off x="11439144" y="10250424"/>
            <a:ext cx="1490472" cy="91440"/>
          </a:xfrm>
          <a:prstGeom prst="rect">
            <a:avLst/>
          </a:prstGeom>
        </p:spPr>
      </p:pic>
      <p:pic>
        <p:nvPicPr>
          <p:cNvPr id="9" name="Image 6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1728216" y="11036808"/>
            <a:ext cx="20921472" cy="91440"/>
          </a:xfrm>
          <a:prstGeom prst="rect">
            <a:avLst/>
          </a:prstGeom>
        </p:spPr>
      </p:pic>
      <p:pic>
        <p:nvPicPr>
          <p:cNvPr id="10" name="Image 7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1737360" y="9756648"/>
            <a:ext cx="7735824" cy="256032"/>
          </a:xfrm>
          <a:prstGeom prst="rect">
            <a:avLst/>
          </a:prstGeom>
        </p:spPr>
      </p:pic>
      <p:pic>
        <p:nvPicPr>
          <p:cNvPr id="11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8321040" y="9445752"/>
            <a:ext cx="7735824" cy="256032"/>
          </a:xfrm>
          <a:prstGeom prst="rect">
            <a:avLst/>
          </a:prstGeom>
        </p:spPr>
      </p:pic>
      <p:pic>
        <p:nvPicPr>
          <p:cNvPr id="12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14977872" y="9144000"/>
            <a:ext cx="7735824" cy="256032"/>
          </a:xfrm>
          <a:prstGeom prst="rect">
            <a:avLst/>
          </a:prstGeom>
        </p:spPr>
      </p:pic>
      <p:pic>
        <p:nvPicPr>
          <p:cNvPr id="13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16200000">
            <a:off x="-27432" y="7571232"/>
            <a:ext cx="4270248" cy="100584"/>
          </a:xfrm>
          <a:prstGeom prst="rect">
            <a:avLst/>
          </a:prstGeom>
        </p:spPr>
      </p:pic>
      <p:pic>
        <p:nvPicPr>
          <p:cNvPr id="14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16200000">
            <a:off x="6208776" y="6931152"/>
            <a:ext cx="5084064" cy="100584"/>
          </a:xfrm>
          <a:prstGeom prst="rect">
            <a:avLst/>
          </a:prstGeom>
        </p:spPr>
      </p:pic>
      <p:pic>
        <p:nvPicPr>
          <p:cNvPr id="15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16200000">
            <a:off x="12545568" y="6345936"/>
            <a:ext cx="5843016" cy="100584"/>
          </a:xfrm>
          <a:prstGeom prst="rect">
            <a:avLst/>
          </a:prstGeom>
        </p:spPr>
      </p:pic>
      <p:sp>
        <p:nvSpPr>
          <p:cNvPr id="16" name="Text 1"/>
          <p:cNvSpPr/>
          <p:nvPr/>
        </p:nvSpPr>
        <p:spPr>
          <a:xfrm rot="21600000">
            <a:off x="9141713" y="6847330"/>
            <a:ext cx="5257800" cy="1133856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 marL="0" indent="0" algn="l">
              <a:lnSpc>
                <a:spcPts val="4420"/>
              </a:lnSpc>
              <a:buNone/>
            </a:pPr>
            <a:r>
              <a:rPr lang="zh-CN" altLang="en-US" sz="26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插入</a:t>
            </a:r>
            <a:r>
              <a:rPr lang="en-US" altLang="zh-CN" sz="26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U</a:t>
            </a:r>
            <a:r>
              <a:rPr lang="zh-CN" altLang="en-US" sz="26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盘进入</a:t>
            </a:r>
            <a:r>
              <a:rPr lang="en-US" altLang="zh-CN" sz="26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BIOS</a:t>
            </a:r>
            <a:r>
              <a:rPr lang="zh-CN" altLang="en-US" sz="26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界面使用</a:t>
            </a:r>
            <a:r>
              <a:rPr lang="en-US" altLang="zh-CN" sz="26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U</a:t>
            </a:r>
            <a:r>
              <a:rPr lang="zh-CN" altLang="en-US" sz="26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盘启动后，直接自动安装环境，时间一半</a:t>
            </a:r>
            <a:r>
              <a:rPr lang="en-US" altLang="zh-CN" sz="26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15-20</a:t>
            </a:r>
            <a:r>
              <a:rPr lang="zh-CN" altLang="en-US" sz="26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分钟</a:t>
            </a:r>
            <a:endParaRPr lang="en-US" sz="2600" dirty="0"/>
          </a:p>
        </p:txBody>
      </p:sp>
      <p:sp>
        <p:nvSpPr>
          <p:cNvPr id="17" name="Text 2"/>
          <p:cNvSpPr/>
          <p:nvPr/>
        </p:nvSpPr>
        <p:spPr>
          <a:xfrm rot="21600000">
            <a:off x="9171431" y="4617720"/>
            <a:ext cx="3474525" cy="521208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>
              <a:lnSpc>
                <a:spcPts val="4560"/>
              </a:lnSpc>
            </a:pPr>
            <a:r>
              <a:rPr lang="zh-CN" altLang="en-US" sz="3800" dirty="0">
                <a:solidFill>
                  <a:srgbClr val="323C5F"/>
                </a:solidFill>
                <a:latin typeface="AlibabaPuHuiTi-Medium" pitchFamily="34" charset="0"/>
                <a:ea typeface="AlibabaPuHuiTi-Medium" pitchFamily="34" charset="-122"/>
              </a:rPr>
              <a:t>安装</a:t>
            </a:r>
            <a:r>
              <a:rPr lang="zh-CN" altLang="en-US" sz="3800" dirty="0" smtClean="0">
                <a:solidFill>
                  <a:srgbClr val="323C5F"/>
                </a:solidFill>
                <a:latin typeface="AlibabaPuHuiTi-Medium" pitchFamily="34" charset="0"/>
                <a:ea typeface="AlibabaPuHuiTi-Medium" pitchFamily="34" charset="-122"/>
              </a:rPr>
              <a:t>环境</a:t>
            </a:r>
            <a:endParaRPr lang="en-US" sz="3800" dirty="0">
              <a:solidFill>
                <a:srgbClr val="323C5F"/>
              </a:solidFill>
              <a:latin typeface="AlibabaPuHuiTi-Medium" pitchFamily="34" charset="0"/>
              <a:ea typeface="AlibabaPuHuiTi-Medium" pitchFamily="34" charset="-122"/>
            </a:endParaRPr>
          </a:p>
        </p:txBody>
      </p:sp>
      <p:sp>
        <p:nvSpPr>
          <p:cNvPr id="18" name="Text 3"/>
          <p:cNvSpPr/>
          <p:nvPr/>
        </p:nvSpPr>
        <p:spPr>
          <a:xfrm rot="21600000">
            <a:off x="15979140" y="5178550"/>
            <a:ext cx="6328410" cy="3145536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 marL="0" indent="0" algn="l">
              <a:lnSpc>
                <a:spcPts val="4420"/>
              </a:lnSpc>
              <a:buNone/>
            </a:pPr>
            <a:r>
              <a:rPr lang="zh-CN" altLang="en-US" sz="26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新老版本都是用同一个脚本</a:t>
            </a:r>
            <a:r>
              <a:rPr lang="en-US" altLang="zh-CN" sz="26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start.sh</a:t>
            </a:r>
            <a:r>
              <a:rPr lang="zh-CN" altLang="en-US" sz="26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部署平台</a:t>
            </a:r>
            <a:r>
              <a:rPr lang="en-US" altLang="zh-CN" sz="26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RCS</a:t>
            </a:r>
            <a:r>
              <a:rPr lang="zh-CN" altLang="en-US" sz="26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及</a:t>
            </a:r>
            <a:r>
              <a:rPr lang="en-US" altLang="zh-CN" sz="26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ICS</a:t>
            </a:r>
            <a:r>
              <a:rPr lang="zh-CN" altLang="en-US" sz="26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，注意部署先后顺序。</a:t>
            </a:r>
            <a:r>
              <a:rPr lang="zh-CN" altLang="en-US" sz="2600" dirty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可</a:t>
            </a:r>
            <a:r>
              <a:rPr lang="zh-CN" altLang="en-US" sz="26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部署</a:t>
            </a:r>
            <a:r>
              <a:rPr lang="en-US" altLang="zh-CN" sz="26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4.1</a:t>
            </a:r>
            <a:r>
              <a:rPr lang="zh-CN" altLang="en-US" sz="26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至</a:t>
            </a:r>
            <a:r>
              <a:rPr lang="en-US" altLang="zh-CN" sz="26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4.5</a:t>
            </a:r>
            <a:r>
              <a:rPr lang="zh-CN" altLang="en-US" sz="26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所有版本。</a:t>
            </a:r>
            <a:endParaRPr lang="en-US" altLang="zh-CN" sz="2600" dirty="0" smtClean="0">
              <a:solidFill>
                <a:srgbClr val="323C5F"/>
              </a:solidFill>
              <a:latin typeface="AlibabaPuHuiTi-Regular" pitchFamily="34" charset="0"/>
              <a:ea typeface="AlibabaPuHuiTi-Regular" pitchFamily="34" charset="-122"/>
              <a:cs typeface="AlibabaPuHuiTi-Regular" pitchFamily="34" charset="-120"/>
            </a:endParaRPr>
          </a:p>
          <a:p>
            <a:pPr marL="0" indent="0" algn="l">
              <a:lnSpc>
                <a:spcPts val="4420"/>
              </a:lnSpc>
              <a:buNone/>
            </a:pPr>
            <a:r>
              <a:rPr lang="zh-CN" altLang="en-US" sz="2600" dirty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注意：</a:t>
            </a:r>
            <a:r>
              <a:rPr lang="en-US" altLang="zh-CN" sz="2600" dirty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4.5</a:t>
            </a:r>
            <a:r>
              <a:rPr lang="zh-CN" altLang="en-US" sz="2600" dirty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镜像比较特殊，无法部署</a:t>
            </a:r>
            <a:r>
              <a:rPr lang="en-US" altLang="zh-CN" sz="2600" dirty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4.5</a:t>
            </a:r>
            <a:r>
              <a:rPr lang="zh-CN" altLang="en-US" sz="2600" dirty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以下的平台版本。</a:t>
            </a:r>
            <a:endParaRPr lang="en-US" sz="2600" dirty="0">
              <a:solidFill>
                <a:srgbClr val="323C5F"/>
              </a:solidFill>
              <a:latin typeface="AlibabaPuHuiTi-Regular" pitchFamily="34" charset="0"/>
              <a:ea typeface="AlibabaPuHuiTi-Regular" pitchFamily="34" charset="-122"/>
              <a:cs typeface="AlibabaPuHuiTi-Regular" pitchFamily="34" charset="-120"/>
            </a:endParaRPr>
          </a:p>
        </p:txBody>
      </p:sp>
      <p:sp>
        <p:nvSpPr>
          <p:cNvPr id="19" name="Text 4"/>
          <p:cNvSpPr/>
          <p:nvPr/>
        </p:nvSpPr>
        <p:spPr>
          <a:xfrm rot="21600000">
            <a:off x="15892272" y="3611880"/>
            <a:ext cx="2779776" cy="521208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 marL="0" indent="0" algn="l">
              <a:lnSpc>
                <a:spcPts val="4080"/>
              </a:lnSpc>
              <a:buNone/>
            </a:pPr>
            <a:endParaRPr lang="en-US" sz="3400" dirty="0"/>
          </a:p>
        </p:txBody>
      </p:sp>
      <p:sp>
        <p:nvSpPr>
          <p:cNvPr id="20" name="Text 5"/>
          <p:cNvSpPr/>
          <p:nvPr/>
        </p:nvSpPr>
        <p:spPr>
          <a:xfrm rot="21600000">
            <a:off x="2400299" y="7157466"/>
            <a:ext cx="5929885" cy="1133856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>
              <a:lnSpc>
                <a:spcPts val="3984"/>
              </a:lnSpc>
            </a:pPr>
            <a:r>
              <a:rPr lang="zh-CN" altLang="en-US" sz="28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准备一个</a:t>
            </a:r>
            <a:r>
              <a:rPr lang="en-US" altLang="zh-CN" sz="28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16G</a:t>
            </a:r>
            <a:r>
              <a:rPr lang="zh-CN" altLang="en-US" sz="28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的</a:t>
            </a:r>
            <a:r>
              <a:rPr lang="en-US" altLang="zh-CN" sz="28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U</a:t>
            </a:r>
            <a:r>
              <a:rPr lang="zh-CN" altLang="en-US" sz="28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盘，使用刻录软件烧录后安装</a:t>
            </a:r>
            <a:r>
              <a:rPr lang="en-US" altLang="zh-CN" sz="2800" dirty="0" err="1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iraypleOS</a:t>
            </a:r>
            <a:endParaRPr lang="en-US" altLang="zh-CN" sz="2800" dirty="0" smtClean="0">
              <a:solidFill>
                <a:srgbClr val="323C5F"/>
              </a:solidFill>
              <a:latin typeface="AlibabaPuHuiTi-Regular" pitchFamily="34" charset="0"/>
              <a:ea typeface="AlibabaPuHuiTi-Regular" pitchFamily="34" charset="-122"/>
              <a:cs typeface="AlibabaPuHuiTi-Regular" pitchFamily="34" charset="-120"/>
            </a:endParaRPr>
          </a:p>
        </p:txBody>
      </p:sp>
      <p:sp>
        <p:nvSpPr>
          <p:cNvPr id="21" name="Text 6"/>
          <p:cNvSpPr/>
          <p:nvPr/>
        </p:nvSpPr>
        <p:spPr>
          <a:xfrm rot="21600000">
            <a:off x="2450591" y="5116069"/>
            <a:ext cx="3736199" cy="576072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 marL="0" indent="0" algn="l">
              <a:lnSpc>
                <a:spcPts val="4560"/>
              </a:lnSpc>
              <a:buNone/>
            </a:pPr>
            <a:r>
              <a:rPr lang="zh-CN" altLang="en-US" sz="3800" dirty="0" smtClean="0">
                <a:solidFill>
                  <a:srgbClr val="323C5F"/>
                </a:solidFill>
                <a:latin typeface="AlibabaPuHuiTi-Medium" pitchFamily="34" charset="0"/>
                <a:ea typeface="AlibabaPuHuiTi-Medium" pitchFamily="34" charset="-122"/>
              </a:rPr>
              <a:t>安装系统</a:t>
            </a:r>
            <a:endParaRPr lang="en-US" sz="3800" dirty="0"/>
          </a:p>
        </p:txBody>
      </p:sp>
      <p:sp>
        <p:nvSpPr>
          <p:cNvPr id="22" name="Text 7"/>
          <p:cNvSpPr/>
          <p:nvPr/>
        </p:nvSpPr>
        <p:spPr>
          <a:xfrm rot="21600000">
            <a:off x="4416552" y="11622024"/>
            <a:ext cx="1335024" cy="457200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3000" dirty="0">
                <a:solidFill>
                  <a:srgbClr val="3973FF"/>
                </a:solidFill>
                <a:latin typeface="Poppins-Medium" pitchFamily="34" charset="0"/>
                <a:ea typeface="Poppins-Medium" pitchFamily="34" charset="-122"/>
                <a:cs typeface="Poppins-Medium" pitchFamily="34" charset="-120"/>
              </a:rPr>
              <a:t>01</a:t>
            </a:r>
            <a:endParaRPr lang="en-US" sz="3000" dirty="0"/>
          </a:p>
        </p:txBody>
      </p:sp>
      <p:pic>
        <p:nvPicPr>
          <p:cNvPr id="23" name="Image 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21600000">
            <a:off x="4956048" y="10963656"/>
            <a:ext cx="256032" cy="256032"/>
          </a:xfrm>
          <a:prstGeom prst="rect">
            <a:avLst/>
          </a:prstGeom>
        </p:spPr>
      </p:pic>
      <p:sp>
        <p:nvSpPr>
          <p:cNvPr id="24" name="Text 8"/>
          <p:cNvSpPr/>
          <p:nvPr/>
        </p:nvSpPr>
        <p:spPr>
          <a:xfrm rot="21600000">
            <a:off x="11466576" y="11622024"/>
            <a:ext cx="1426464" cy="457200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3000" dirty="0">
                <a:solidFill>
                  <a:srgbClr val="3973FF"/>
                </a:solidFill>
                <a:latin typeface="Poppins-Medium" pitchFamily="34" charset="0"/>
                <a:ea typeface="Poppins-Medium" pitchFamily="34" charset="-122"/>
                <a:cs typeface="Poppins-Medium" pitchFamily="34" charset="-120"/>
              </a:rPr>
              <a:t>02</a:t>
            </a:r>
            <a:endParaRPr lang="en-US" sz="3000" dirty="0"/>
          </a:p>
        </p:txBody>
      </p:sp>
      <p:pic>
        <p:nvPicPr>
          <p:cNvPr id="25" name="Image 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21600000">
            <a:off x="12051792" y="10963656"/>
            <a:ext cx="256032" cy="256032"/>
          </a:xfrm>
          <a:prstGeom prst="rect">
            <a:avLst/>
          </a:prstGeom>
        </p:spPr>
      </p:pic>
      <p:sp>
        <p:nvSpPr>
          <p:cNvPr id="26" name="Text 9"/>
          <p:cNvSpPr/>
          <p:nvPr/>
        </p:nvSpPr>
        <p:spPr>
          <a:xfrm rot="21600000">
            <a:off x="18022824" y="11622024"/>
            <a:ext cx="1435608" cy="457200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3000" dirty="0">
                <a:solidFill>
                  <a:srgbClr val="3973FF"/>
                </a:solidFill>
                <a:latin typeface="Poppins-Medium" pitchFamily="34" charset="0"/>
                <a:ea typeface="Poppins-Medium" pitchFamily="34" charset="-122"/>
                <a:cs typeface="Poppins-Medium" pitchFamily="34" charset="-120"/>
              </a:rPr>
              <a:t>03</a:t>
            </a:r>
            <a:endParaRPr lang="en-US" sz="3000" dirty="0"/>
          </a:p>
        </p:txBody>
      </p:sp>
      <p:pic>
        <p:nvPicPr>
          <p:cNvPr id="27" name="Image 15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21600000">
            <a:off x="18608040" y="10963656"/>
            <a:ext cx="256032" cy="256032"/>
          </a:xfrm>
          <a:prstGeom prst="rect">
            <a:avLst/>
          </a:prstGeom>
        </p:spPr>
      </p:pic>
      <p:sp>
        <p:nvSpPr>
          <p:cNvPr id="32" name="Text 2"/>
          <p:cNvSpPr/>
          <p:nvPr/>
        </p:nvSpPr>
        <p:spPr>
          <a:xfrm rot="21600000">
            <a:off x="15957060" y="3735324"/>
            <a:ext cx="3474525" cy="521208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>
              <a:lnSpc>
                <a:spcPts val="4560"/>
              </a:lnSpc>
            </a:pPr>
            <a:r>
              <a:rPr lang="zh-CN" altLang="en-US" sz="3800" dirty="0" smtClean="0">
                <a:solidFill>
                  <a:srgbClr val="323C5F"/>
                </a:solidFill>
                <a:latin typeface="AlibabaPuHuiTi-Medium" pitchFamily="34" charset="0"/>
                <a:ea typeface="AlibabaPuHuiTi-Medium" pitchFamily="34" charset="-122"/>
              </a:rPr>
              <a:t>安装平台</a:t>
            </a:r>
            <a:endParaRPr lang="en-US" sz="3800" dirty="0">
              <a:solidFill>
                <a:srgbClr val="323C5F"/>
              </a:solidFill>
              <a:latin typeface="AlibabaPuHuiTi-Medium" pitchFamily="34" charset="0"/>
              <a:ea typeface="AlibabaPuHuiTi-Medium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313503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545336" y="1737360"/>
            <a:ext cx="256032" cy="256032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1271016" y="1499616"/>
            <a:ext cx="420624" cy="42062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 rot="21600000">
            <a:off x="1993392" y="1252728"/>
            <a:ext cx="8229600" cy="1170432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 marL="0" indent="0" algn="l">
              <a:lnSpc>
                <a:spcPts val="9244"/>
              </a:lnSpc>
              <a:buNone/>
            </a:pPr>
            <a:r>
              <a:rPr lang="en-US" sz="7700" dirty="0">
                <a:solidFill>
                  <a:srgbClr val="333B5F"/>
                </a:solidFill>
                <a:latin typeface="AlibabaPuHuiTi-Medium" pitchFamily="34" charset="0"/>
                <a:ea typeface="AlibabaPuHuiTi-Medium" pitchFamily="34" charset="-122"/>
                <a:cs typeface="AlibabaPuHuiTi-Medium" pitchFamily="34" charset="-120"/>
              </a:rPr>
              <a:t>使用场景分析</a:t>
            </a:r>
            <a:endParaRPr lang="en-US" sz="7700" dirty="0"/>
          </a:p>
        </p:txBody>
      </p:sp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20253960" y="9985248"/>
            <a:ext cx="6364224" cy="6263640"/>
          </a:xfrm>
          <a:prstGeom prst="rect">
            <a:avLst/>
          </a:prstGeom>
        </p:spPr>
      </p:pic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1435608" y="5230367"/>
            <a:ext cx="6821424" cy="3602736"/>
          </a:xfrm>
          <a:prstGeom prst="rect">
            <a:avLst/>
          </a:prstGeom>
        </p:spPr>
      </p:pic>
      <p:sp>
        <p:nvSpPr>
          <p:cNvPr id="7" name="Text 1"/>
          <p:cNvSpPr/>
          <p:nvPr/>
        </p:nvSpPr>
        <p:spPr>
          <a:xfrm rot="21600000">
            <a:off x="2048256" y="6519671"/>
            <a:ext cx="5852160" cy="1069848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 marL="0" indent="0" algn="l">
              <a:lnSpc>
                <a:spcPts val="4160"/>
              </a:lnSpc>
              <a:buNone/>
            </a:pPr>
            <a:r>
              <a:rPr lang="en-US" sz="2600" dirty="0" err="1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用于商务演示</a:t>
            </a:r>
            <a:r>
              <a:rPr lang="en-US" sz="2600" dirty="0" err="1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，展示产品和服务，提升客户信任感</a:t>
            </a:r>
            <a:r>
              <a:rPr lang="en-US" sz="2600" dirty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。</a:t>
            </a:r>
            <a:endParaRPr lang="en-US" sz="2600" dirty="0"/>
          </a:p>
        </p:txBody>
      </p:sp>
      <p:sp>
        <p:nvSpPr>
          <p:cNvPr id="8" name="Text 2"/>
          <p:cNvSpPr/>
          <p:nvPr/>
        </p:nvSpPr>
        <p:spPr>
          <a:xfrm rot="21600000">
            <a:off x="2002536" y="5769863"/>
            <a:ext cx="2779776" cy="521208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 marL="0" indent="0" algn="l">
              <a:lnSpc>
                <a:spcPts val="4080"/>
              </a:lnSpc>
              <a:buNone/>
            </a:pPr>
            <a:r>
              <a:rPr lang="en-US" sz="3400" dirty="0">
                <a:solidFill>
                  <a:srgbClr val="323C5F"/>
                </a:solidFill>
                <a:latin typeface="AlibabaPuHuiTi-Medium" pitchFamily="34" charset="0"/>
                <a:ea typeface="AlibabaPuHuiTi-Medium" pitchFamily="34" charset="-122"/>
                <a:cs typeface="AlibabaPuHuiTi-Medium" pitchFamily="34" charset="-120"/>
              </a:rPr>
              <a:t>商务演示</a:t>
            </a:r>
            <a:endParaRPr lang="en-US" sz="3400" dirty="0"/>
          </a:p>
        </p:txBody>
      </p:sp>
      <p:pic>
        <p:nvPicPr>
          <p:cNvPr id="9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1216152" y="5751575"/>
            <a:ext cx="402336" cy="466344"/>
          </a:xfrm>
          <a:prstGeom prst="rect">
            <a:avLst/>
          </a:prstGeom>
        </p:spPr>
      </p:pic>
      <p:pic>
        <p:nvPicPr>
          <p:cNvPr id="10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8796528" y="5230367"/>
            <a:ext cx="6821424" cy="3602736"/>
          </a:xfrm>
          <a:prstGeom prst="rect">
            <a:avLst/>
          </a:prstGeom>
        </p:spPr>
      </p:pic>
      <p:sp>
        <p:nvSpPr>
          <p:cNvPr id="11" name="Text 3"/>
          <p:cNvSpPr/>
          <p:nvPr/>
        </p:nvSpPr>
        <p:spPr>
          <a:xfrm rot="21600000">
            <a:off x="9436608" y="6519671"/>
            <a:ext cx="5852160" cy="1069848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 marL="0" indent="0" algn="l">
              <a:lnSpc>
                <a:spcPts val="4160"/>
              </a:lnSpc>
              <a:buNone/>
            </a:pPr>
            <a:r>
              <a:rPr lang="en-US" sz="2600" dirty="0" err="1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在教育培训中使用</a:t>
            </a:r>
            <a:r>
              <a:rPr lang="en-US" sz="26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，</a:t>
            </a:r>
            <a:r>
              <a:rPr lang="zh-CN" altLang="en-US" sz="26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提高自身的平台使用能力</a:t>
            </a:r>
            <a:r>
              <a:rPr lang="en-US" sz="26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。</a:t>
            </a:r>
            <a:endParaRPr lang="en-US" sz="2600" dirty="0"/>
          </a:p>
        </p:txBody>
      </p:sp>
      <p:sp>
        <p:nvSpPr>
          <p:cNvPr id="12" name="Text 4"/>
          <p:cNvSpPr/>
          <p:nvPr/>
        </p:nvSpPr>
        <p:spPr>
          <a:xfrm rot="21600000">
            <a:off x="9500616" y="5769863"/>
            <a:ext cx="2779776" cy="521208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 marL="0" indent="0" algn="l">
              <a:lnSpc>
                <a:spcPts val="4080"/>
              </a:lnSpc>
              <a:buNone/>
            </a:pPr>
            <a:r>
              <a:rPr lang="en-US" sz="3400" dirty="0">
                <a:solidFill>
                  <a:srgbClr val="323C5F"/>
                </a:solidFill>
                <a:latin typeface="AlibabaPuHuiTi-Medium" pitchFamily="34" charset="0"/>
                <a:ea typeface="AlibabaPuHuiTi-Medium" pitchFamily="34" charset="-122"/>
                <a:cs typeface="AlibabaPuHuiTi-Medium" pitchFamily="34" charset="-120"/>
              </a:rPr>
              <a:t>教育培训</a:t>
            </a:r>
            <a:endParaRPr lang="en-US" sz="3400" dirty="0"/>
          </a:p>
        </p:txBody>
      </p:sp>
      <p:pic>
        <p:nvPicPr>
          <p:cNvPr id="13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8613648" y="5751575"/>
            <a:ext cx="402336" cy="466344"/>
          </a:xfrm>
          <a:prstGeom prst="rect">
            <a:avLst/>
          </a:prstGeom>
        </p:spPr>
      </p:pic>
      <p:pic>
        <p:nvPicPr>
          <p:cNvPr id="14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16175736" y="5230367"/>
            <a:ext cx="6821424" cy="3602736"/>
          </a:xfrm>
          <a:prstGeom prst="rect">
            <a:avLst/>
          </a:prstGeom>
        </p:spPr>
      </p:pic>
      <p:sp>
        <p:nvSpPr>
          <p:cNvPr id="15" name="Text 5"/>
          <p:cNvSpPr/>
          <p:nvPr/>
        </p:nvSpPr>
        <p:spPr>
          <a:xfrm rot="21600000">
            <a:off x="16824960" y="6519671"/>
            <a:ext cx="5852160" cy="1069848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 marL="0" indent="0" algn="l">
              <a:lnSpc>
                <a:spcPts val="4160"/>
              </a:lnSpc>
              <a:buNone/>
            </a:pPr>
            <a:r>
              <a:rPr lang="zh-CN" altLang="en-US" sz="26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系统较为稳定，适合正式生产环境的使用</a:t>
            </a:r>
            <a:r>
              <a:rPr lang="en-US" sz="26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。</a:t>
            </a:r>
            <a:endParaRPr lang="en-US" sz="2600" dirty="0"/>
          </a:p>
        </p:txBody>
      </p:sp>
      <p:sp>
        <p:nvSpPr>
          <p:cNvPr id="16" name="Text 6"/>
          <p:cNvSpPr/>
          <p:nvPr/>
        </p:nvSpPr>
        <p:spPr>
          <a:xfrm rot="21600000">
            <a:off x="16888968" y="5769863"/>
            <a:ext cx="2779776" cy="521208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 marL="0" indent="0" algn="l">
              <a:lnSpc>
                <a:spcPts val="4080"/>
              </a:lnSpc>
              <a:buNone/>
            </a:pPr>
            <a:r>
              <a:rPr lang="zh-CN" altLang="en-US" sz="3400" dirty="0" smtClean="0">
                <a:solidFill>
                  <a:srgbClr val="323C5F"/>
                </a:solidFill>
                <a:latin typeface="AlibabaPuHuiTi-Medium" pitchFamily="34" charset="0"/>
                <a:ea typeface="AlibabaPuHuiTi-Medium" pitchFamily="34" charset="-122"/>
              </a:rPr>
              <a:t>生产环境</a:t>
            </a:r>
            <a:endParaRPr lang="en-US" sz="3400" dirty="0"/>
          </a:p>
        </p:txBody>
      </p:sp>
      <p:pic>
        <p:nvPicPr>
          <p:cNvPr id="17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16002000" y="5751575"/>
            <a:ext cx="402336" cy="46634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664208" y="2313432"/>
            <a:ext cx="21067776" cy="901598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5641848" y="6163056"/>
            <a:ext cx="1271016" cy="126187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 rot="21600000">
            <a:off x="9116568" y="7470648"/>
            <a:ext cx="11859768" cy="1371600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 marL="0" indent="0" algn="ctr">
              <a:lnSpc>
                <a:spcPts val="10800"/>
              </a:lnSpc>
              <a:buNone/>
            </a:pPr>
            <a:r>
              <a:rPr lang="en-US" sz="9000" dirty="0">
                <a:solidFill>
                  <a:srgbClr val="333B5F"/>
                </a:solidFill>
                <a:latin typeface="AlibabaPuHuiTi-Medium" pitchFamily="34" charset="0"/>
                <a:ea typeface="AlibabaPuHuiTi-Medium" pitchFamily="34" charset="-122"/>
                <a:cs typeface="AlibabaPuHuiTi-Medium" pitchFamily="34" charset="-120"/>
              </a:rPr>
              <a:t>客户自管理虚拟机</a:t>
            </a:r>
            <a:endParaRPr lang="en-US" sz="9000" dirty="0"/>
          </a:p>
        </p:txBody>
      </p:sp>
      <p:sp>
        <p:nvSpPr>
          <p:cNvPr id="5" name="Text 1"/>
          <p:cNvSpPr/>
          <p:nvPr/>
        </p:nvSpPr>
        <p:spPr>
          <a:xfrm rot="21600000">
            <a:off x="10287000" y="4407408"/>
            <a:ext cx="9509760" cy="3035808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 marL="0" indent="0" algn="ctr">
              <a:lnSpc>
                <a:spcPts val="23880"/>
              </a:lnSpc>
              <a:buNone/>
            </a:pPr>
            <a:r>
              <a:rPr lang="en-US" sz="19900" dirty="0" smtClean="0">
                <a:solidFill>
                  <a:srgbClr val="333B5F"/>
                </a:solidFill>
                <a:latin typeface="Poppins-Regular" pitchFamily="34" charset="0"/>
                <a:ea typeface="Poppins-Regular" pitchFamily="34" charset="-122"/>
                <a:cs typeface="Poppins-Regular" pitchFamily="34" charset="-120"/>
              </a:rPr>
              <a:t>03</a:t>
            </a:r>
            <a:endParaRPr lang="en-US" sz="19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545336" y="1737360"/>
            <a:ext cx="256032" cy="256032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1271016" y="1499616"/>
            <a:ext cx="420624" cy="42062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 rot="21600000">
            <a:off x="1993392" y="1252728"/>
            <a:ext cx="16675608" cy="1170432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 marL="0" indent="0" algn="l">
              <a:lnSpc>
                <a:spcPts val="9244"/>
              </a:lnSpc>
              <a:buNone/>
            </a:pPr>
            <a:r>
              <a:rPr lang="zh-CN" altLang="en-US" sz="7700" dirty="0" smtClean="0">
                <a:solidFill>
                  <a:srgbClr val="333B5F"/>
                </a:solidFill>
                <a:latin typeface="AlibabaPuHuiTi-Medium" pitchFamily="34" charset="0"/>
                <a:ea typeface="AlibabaPuHuiTi-Medium" pitchFamily="34" charset="-122"/>
                <a:cs typeface="AlibabaPuHuiTi-Medium" pitchFamily="34" charset="-120"/>
              </a:rPr>
              <a:t>客户自管理虚拟机</a:t>
            </a:r>
            <a:r>
              <a:rPr lang="en-US" altLang="zh-CN" sz="7700" dirty="0" smtClean="0">
                <a:solidFill>
                  <a:srgbClr val="333B5F"/>
                </a:solidFill>
                <a:latin typeface="AlibabaPuHuiTi-Medium" pitchFamily="34" charset="0"/>
                <a:ea typeface="AlibabaPuHuiTi-Medium" pitchFamily="34" charset="-122"/>
                <a:cs typeface="AlibabaPuHuiTi-Medium" pitchFamily="34" charset="-120"/>
              </a:rPr>
              <a:t>/</a:t>
            </a:r>
            <a:r>
              <a:rPr lang="zh-CN" altLang="en-US" sz="7700" dirty="0" smtClean="0">
                <a:solidFill>
                  <a:srgbClr val="333B5F"/>
                </a:solidFill>
                <a:latin typeface="AlibabaPuHuiTi-Medium" pitchFamily="34" charset="0"/>
                <a:ea typeface="AlibabaPuHuiTi-Medium" pitchFamily="34" charset="-122"/>
                <a:cs typeface="AlibabaPuHuiTi-Medium" pitchFamily="34" charset="-120"/>
              </a:rPr>
              <a:t>云平台</a:t>
            </a:r>
            <a:r>
              <a:rPr lang="en-US" sz="7700" dirty="0" err="1" smtClean="0">
                <a:solidFill>
                  <a:srgbClr val="333B5F"/>
                </a:solidFill>
                <a:latin typeface="AlibabaPuHuiTi-Medium" pitchFamily="34" charset="0"/>
                <a:ea typeface="AlibabaPuHuiTi-Medium" pitchFamily="34" charset="-122"/>
                <a:cs typeface="AlibabaPuHuiTi-Medium" pitchFamily="34" charset="-120"/>
              </a:rPr>
              <a:t>配置</a:t>
            </a:r>
            <a:r>
              <a:rPr lang="zh-CN" altLang="en-US" sz="7700" dirty="0" smtClean="0">
                <a:solidFill>
                  <a:srgbClr val="333B5F"/>
                </a:solidFill>
                <a:latin typeface="AlibabaPuHuiTi-Medium" pitchFamily="34" charset="0"/>
                <a:ea typeface="AlibabaPuHuiTi-Medium" pitchFamily="34" charset="-122"/>
                <a:cs typeface="AlibabaPuHuiTi-Medium" pitchFamily="34" charset="-120"/>
              </a:rPr>
              <a:t>要求</a:t>
            </a:r>
            <a:endParaRPr lang="en-US" sz="7700" dirty="0"/>
          </a:p>
        </p:txBody>
      </p:sp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20253960" y="9985248"/>
            <a:ext cx="6364224" cy="6263640"/>
          </a:xfrm>
          <a:prstGeom prst="rect">
            <a:avLst/>
          </a:prstGeom>
        </p:spPr>
      </p:pic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8321040" y="7507224"/>
            <a:ext cx="7644384" cy="100584"/>
          </a:xfrm>
          <a:prstGeom prst="rect">
            <a:avLst/>
          </a:prstGeom>
        </p:spPr>
      </p:pic>
      <p:pic>
        <p:nvPicPr>
          <p:cNvPr id="7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12920472" y="3621024"/>
            <a:ext cx="9701784" cy="2916936"/>
          </a:xfrm>
          <a:prstGeom prst="rect">
            <a:avLst/>
          </a:prstGeom>
        </p:spPr>
      </p:pic>
      <p:sp>
        <p:nvSpPr>
          <p:cNvPr id="8" name="Text 1"/>
          <p:cNvSpPr/>
          <p:nvPr/>
        </p:nvSpPr>
        <p:spPr>
          <a:xfrm rot="21600000">
            <a:off x="13551408" y="4901184"/>
            <a:ext cx="8558784" cy="1069848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 marL="0" indent="0" algn="l">
              <a:lnSpc>
                <a:spcPts val="4163"/>
              </a:lnSpc>
              <a:buNone/>
            </a:pPr>
            <a:r>
              <a:rPr lang="zh-CN" altLang="en-US" sz="2600" dirty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轻</a:t>
            </a:r>
            <a:r>
              <a:rPr lang="zh-CN" altLang="en-US" sz="26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量化</a:t>
            </a:r>
            <a:r>
              <a:rPr lang="en-US" altLang="zh-CN" sz="26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8</a:t>
            </a:r>
            <a:r>
              <a:rPr lang="zh-CN" altLang="en-US" sz="26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核；标准版</a:t>
            </a:r>
            <a:r>
              <a:rPr lang="en-US" altLang="zh-CN" sz="26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16</a:t>
            </a:r>
            <a:r>
              <a:rPr lang="zh-CN" altLang="en-US" sz="26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核；高配版</a:t>
            </a:r>
            <a:r>
              <a:rPr lang="en-US" altLang="zh-CN" sz="26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32</a:t>
            </a:r>
            <a:r>
              <a:rPr lang="zh-CN" altLang="en-US" sz="26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核</a:t>
            </a:r>
            <a:r>
              <a:rPr lang="en-US" sz="26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。</a:t>
            </a:r>
            <a:endParaRPr lang="en-US" sz="2600" dirty="0"/>
          </a:p>
        </p:txBody>
      </p:sp>
      <p:sp>
        <p:nvSpPr>
          <p:cNvPr id="9" name="Text 2"/>
          <p:cNvSpPr/>
          <p:nvPr/>
        </p:nvSpPr>
        <p:spPr>
          <a:xfrm rot="21600000">
            <a:off x="13542264" y="4197096"/>
            <a:ext cx="3209544" cy="521208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 marL="0" indent="0" algn="l">
              <a:lnSpc>
                <a:spcPts val="4080"/>
              </a:lnSpc>
              <a:buNone/>
            </a:pPr>
            <a:r>
              <a:rPr lang="en-US" sz="3400" dirty="0" smtClean="0">
                <a:solidFill>
                  <a:srgbClr val="323C5F"/>
                </a:solidFill>
                <a:latin typeface="AlibabaPuHuiTi-Medium" pitchFamily="34" charset="0"/>
                <a:ea typeface="AlibabaPuHuiTi-Medium" pitchFamily="34" charset="-122"/>
              </a:rPr>
              <a:t>CPU</a:t>
            </a:r>
            <a:r>
              <a:rPr lang="zh-CN" altLang="en-US" sz="3400" dirty="0" smtClean="0">
                <a:solidFill>
                  <a:srgbClr val="323C5F"/>
                </a:solidFill>
                <a:latin typeface="AlibabaPuHuiTi-Medium" pitchFamily="34" charset="0"/>
                <a:ea typeface="AlibabaPuHuiTi-Medium" pitchFamily="34" charset="-122"/>
              </a:rPr>
              <a:t>核心数</a:t>
            </a:r>
            <a:endParaRPr lang="en-US" sz="3400" dirty="0"/>
          </a:p>
        </p:txBody>
      </p:sp>
      <p:pic>
        <p:nvPicPr>
          <p:cNvPr id="10" name="Image 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10800000">
            <a:off x="12088368" y="5093208"/>
            <a:ext cx="822960" cy="118872"/>
          </a:xfrm>
          <a:prstGeom prst="rect">
            <a:avLst/>
          </a:prstGeom>
        </p:spPr>
      </p:pic>
      <p:pic>
        <p:nvPicPr>
          <p:cNvPr id="11" name="Image 6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1700784" y="5248656"/>
            <a:ext cx="9701784" cy="2898648"/>
          </a:xfrm>
          <a:prstGeom prst="rect">
            <a:avLst/>
          </a:prstGeom>
        </p:spPr>
      </p:pic>
      <p:sp>
        <p:nvSpPr>
          <p:cNvPr id="12" name="Text 3"/>
          <p:cNvSpPr/>
          <p:nvPr/>
        </p:nvSpPr>
        <p:spPr>
          <a:xfrm rot="21600000">
            <a:off x="2478024" y="6528816"/>
            <a:ext cx="8558784" cy="1069848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>
              <a:lnSpc>
                <a:spcPts val="4163"/>
              </a:lnSpc>
            </a:pPr>
            <a:r>
              <a:rPr lang="zh-CN" altLang="en-US" sz="26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轻量化</a:t>
            </a:r>
            <a:r>
              <a:rPr lang="en-US" altLang="zh-CN" sz="26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16G</a:t>
            </a:r>
            <a:r>
              <a:rPr lang="zh-CN" altLang="en-US" sz="26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；标准版</a:t>
            </a:r>
            <a:r>
              <a:rPr lang="en-US" altLang="zh-CN" sz="26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32G</a:t>
            </a:r>
            <a:r>
              <a:rPr lang="zh-CN" altLang="en-US" sz="26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；高配版</a:t>
            </a:r>
            <a:r>
              <a:rPr lang="en-US" altLang="zh-CN" sz="26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32G×2</a:t>
            </a:r>
            <a:r>
              <a:rPr lang="zh-CN" altLang="en-US" sz="26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。</a:t>
            </a:r>
            <a:endParaRPr lang="en-US" sz="2600" dirty="0"/>
          </a:p>
        </p:txBody>
      </p:sp>
      <p:sp>
        <p:nvSpPr>
          <p:cNvPr id="13" name="Text 4"/>
          <p:cNvSpPr/>
          <p:nvPr/>
        </p:nvSpPr>
        <p:spPr>
          <a:xfrm rot="21600000">
            <a:off x="8257032" y="5824728"/>
            <a:ext cx="2779776" cy="521208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 marL="0" indent="0" algn="r">
              <a:lnSpc>
                <a:spcPts val="4080"/>
              </a:lnSpc>
              <a:buNone/>
            </a:pPr>
            <a:r>
              <a:rPr lang="en-US" sz="3400" dirty="0">
                <a:solidFill>
                  <a:srgbClr val="323C5F"/>
                </a:solidFill>
                <a:latin typeface="AlibabaPuHuiTi-Medium" pitchFamily="34" charset="0"/>
                <a:ea typeface="AlibabaPuHuiTi-Medium" pitchFamily="34" charset="-122"/>
                <a:cs typeface="AlibabaPuHuiTi-Medium" pitchFamily="34" charset="-120"/>
              </a:rPr>
              <a:t>内存容量</a:t>
            </a:r>
            <a:endParaRPr lang="en-US" sz="3400" dirty="0"/>
          </a:p>
        </p:txBody>
      </p:sp>
      <p:pic>
        <p:nvPicPr>
          <p:cNvPr id="14" name="Image 7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10800000">
            <a:off x="11402568" y="6665976"/>
            <a:ext cx="822960" cy="100584"/>
          </a:xfrm>
          <a:prstGeom prst="rect">
            <a:avLst/>
          </a:prstGeom>
        </p:spPr>
      </p:pic>
      <p:pic>
        <p:nvPicPr>
          <p:cNvPr id="15" name="Image 8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1600000">
            <a:off x="12920472" y="7187184"/>
            <a:ext cx="9692640" cy="2935224"/>
          </a:xfrm>
          <a:prstGeom prst="rect">
            <a:avLst/>
          </a:prstGeom>
        </p:spPr>
      </p:pic>
      <p:sp>
        <p:nvSpPr>
          <p:cNvPr id="16" name="Text 5"/>
          <p:cNvSpPr/>
          <p:nvPr/>
        </p:nvSpPr>
        <p:spPr>
          <a:xfrm rot="21600000">
            <a:off x="13551408" y="8467344"/>
            <a:ext cx="8558784" cy="1069848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>
              <a:lnSpc>
                <a:spcPts val="4163"/>
              </a:lnSpc>
            </a:pPr>
            <a:r>
              <a:rPr lang="zh-CN" altLang="en-US" sz="26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轻量化</a:t>
            </a:r>
            <a:r>
              <a:rPr lang="en-US" altLang="zh-CN" sz="26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500G</a:t>
            </a:r>
            <a:r>
              <a:rPr lang="zh-CN" altLang="en-US" sz="26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，标准版</a:t>
            </a:r>
            <a:r>
              <a:rPr lang="en-US" altLang="zh-CN" sz="26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1000G</a:t>
            </a:r>
            <a:r>
              <a:rPr lang="zh-CN" altLang="en-US" sz="26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，高配版</a:t>
            </a:r>
            <a:r>
              <a:rPr lang="en-US" altLang="zh-CN" sz="26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1500G</a:t>
            </a:r>
            <a:r>
              <a:rPr lang="zh-CN" altLang="en-US" sz="26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。</a:t>
            </a:r>
            <a:endParaRPr lang="en-US" sz="2600" dirty="0"/>
          </a:p>
        </p:txBody>
      </p:sp>
      <p:sp>
        <p:nvSpPr>
          <p:cNvPr id="17" name="Text 6"/>
          <p:cNvSpPr/>
          <p:nvPr/>
        </p:nvSpPr>
        <p:spPr>
          <a:xfrm rot="21600000">
            <a:off x="13542264" y="7763256"/>
            <a:ext cx="2779776" cy="521208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 marL="0" indent="0" algn="l">
              <a:lnSpc>
                <a:spcPts val="4080"/>
              </a:lnSpc>
              <a:buNone/>
            </a:pPr>
            <a:r>
              <a:rPr lang="en-US" sz="3400" dirty="0">
                <a:solidFill>
                  <a:srgbClr val="323C5F"/>
                </a:solidFill>
                <a:latin typeface="AlibabaPuHuiTi-Medium" pitchFamily="34" charset="0"/>
                <a:ea typeface="AlibabaPuHuiTi-Medium" pitchFamily="34" charset="-122"/>
                <a:cs typeface="AlibabaPuHuiTi-Medium" pitchFamily="34" charset="-120"/>
              </a:rPr>
              <a:t>存储设备</a:t>
            </a:r>
            <a:endParaRPr lang="en-US" sz="3400" dirty="0"/>
          </a:p>
        </p:txBody>
      </p:sp>
      <p:pic>
        <p:nvPicPr>
          <p:cNvPr id="18" name="Image 9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10800000">
            <a:off x="12088368" y="8723376"/>
            <a:ext cx="822960" cy="100584"/>
          </a:xfrm>
          <a:prstGeom prst="rect">
            <a:avLst/>
          </a:prstGeom>
        </p:spPr>
      </p:pic>
      <p:pic>
        <p:nvPicPr>
          <p:cNvPr id="19" name="Image 1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1700784" y="8714232"/>
            <a:ext cx="9701784" cy="2898648"/>
          </a:xfrm>
          <a:prstGeom prst="rect">
            <a:avLst/>
          </a:prstGeom>
        </p:spPr>
      </p:pic>
      <p:sp>
        <p:nvSpPr>
          <p:cNvPr id="20" name="Text 7"/>
          <p:cNvSpPr/>
          <p:nvPr/>
        </p:nvSpPr>
        <p:spPr>
          <a:xfrm rot="21600000">
            <a:off x="2478024" y="9994392"/>
            <a:ext cx="8558784" cy="1069848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>
              <a:lnSpc>
                <a:spcPts val="4163"/>
              </a:lnSpc>
            </a:pPr>
            <a:r>
              <a:rPr lang="en-US" sz="2600" dirty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centos7、centos8、redhat7、redhat8、openEuler</a:t>
            </a:r>
            <a:r>
              <a:rPr lang="zh-CN" altLang="en-US" sz="2600" dirty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。</a:t>
            </a:r>
            <a:endParaRPr lang="en-US" sz="2600" dirty="0">
              <a:solidFill>
                <a:srgbClr val="323C5F"/>
              </a:solidFill>
              <a:latin typeface="AlibabaPuHuiTi-Regular" pitchFamily="34" charset="0"/>
              <a:ea typeface="AlibabaPuHuiTi-Regular" pitchFamily="34" charset="-122"/>
              <a:cs typeface="AlibabaPuHuiTi-Regular" pitchFamily="34" charset="-120"/>
            </a:endParaRPr>
          </a:p>
        </p:txBody>
      </p:sp>
      <p:sp>
        <p:nvSpPr>
          <p:cNvPr id="21" name="Text 8"/>
          <p:cNvSpPr/>
          <p:nvPr/>
        </p:nvSpPr>
        <p:spPr>
          <a:xfrm rot="21600000">
            <a:off x="8257032" y="9290304"/>
            <a:ext cx="2779776" cy="521208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 marL="0" indent="0" algn="r">
              <a:lnSpc>
                <a:spcPts val="4080"/>
              </a:lnSpc>
              <a:buNone/>
            </a:pPr>
            <a:r>
              <a:rPr lang="zh-CN" altLang="en-US" sz="3400" dirty="0" smtClean="0">
                <a:solidFill>
                  <a:srgbClr val="323C5F"/>
                </a:solidFill>
                <a:latin typeface="AlibabaPuHuiTi-Medium" pitchFamily="34" charset="0"/>
                <a:ea typeface="AlibabaPuHuiTi-Medium" pitchFamily="34" charset="-122"/>
              </a:rPr>
              <a:t>操作系统</a:t>
            </a:r>
            <a:endParaRPr lang="en-US" sz="3400" dirty="0"/>
          </a:p>
        </p:txBody>
      </p:sp>
      <p:pic>
        <p:nvPicPr>
          <p:cNvPr id="22" name="Image 1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10800000">
            <a:off x="11402568" y="10131552"/>
            <a:ext cx="822960" cy="100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26055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545336" y="1737360"/>
            <a:ext cx="256032" cy="256032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1271016" y="1499616"/>
            <a:ext cx="420624" cy="42062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 rot="21600000">
            <a:off x="1993391" y="1252728"/>
            <a:ext cx="15244021" cy="1170432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>
              <a:lnSpc>
                <a:spcPts val="9244"/>
              </a:lnSpc>
            </a:pPr>
            <a:r>
              <a:rPr lang="zh-CN" altLang="en-US" sz="7700" dirty="0">
                <a:solidFill>
                  <a:srgbClr val="333B5F"/>
                </a:solidFill>
                <a:latin typeface="AlibabaPuHuiTi-Medium" pitchFamily="34" charset="0"/>
                <a:ea typeface="AlibabaPuHuiTi-Medium" pitchFamily="34" charset="-122"/>
                <a:cs typeface="AlibabaPuHuiTi-Medium" pitchFamily="34" charset="-120"/>
              </a:rPr>
              <a:t>客户自管理虚拟机</a:t>
            </a:r>
            <a:r>
              <a:rPr lang="en-US" altLang="zh-CN" sz="7700" dirty="0">
                <a:solidFill>
                  <a:srgbClr val="333B5F"/>
                </a:solidFill>
                <a:latin typeface="AlibabaPuHuiTi-Medium" pitchFamily="34" charset="0"/>
                <a:ea typeface="AlibabaPuHuiTi-Medium" pitchFamily="34" charset="-122"/>
                <a:cs typeface="AlibabaPuHuiTi-Medium" pitchFamily="34" charset="-120"/>
              </a:rPr>
              <a:t>/</a:t>
            </a:r>
            <a:r>
              <a:rPr lang="zh-CN" altLang="en-US" sz="7700" dirty="0">
                <a:solidFill>
                  <a:srgbClr val="333B5F"/>
                </a:solidFill>
                <a:latin typeface="AlibabaPuHuiTi-Medium" pitchFamily="34" charset="0"/>
                <a:ea typeface="AlibabaPuHuiTi-Medium" pitchFamily="34" charset="-122"/>
                <a:cs typeface="AlibabaPuHuiTi-Medium" pitchFamily="34" charset="-120"/>
              </a:rPr>
              <a:t>云平台分类</a:t>
            </a:r>
            <a:endParaRPr lang="en-US" sz="7700" dirty="0"/>
          </a:p>
        </p:txBody>
      </p:sp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20253960" y="9985248"/>
            <a:ext cx="6364224" cy="626364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 rot="21600000">
            <a:off x="3093720" y="7367779"/>
            <a:ext cx="6729984" cy="1014984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>
              <a:lnSpc>
                <a:spcPts val="3984"/>
              </a:lnSpc>
            </a:pPr>
            <a:r>
              <a:rPr lang="en-US" sz="24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1</a:t>
            </a:r>
            <a:r>
              <a:rPr lang="zh-CN" altLang="en-US" sz="24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、确认自带的系统，一般只能使用纯净版本</a:t>
            </a:r>
            <a:r>
              <a:rPr lang="en-US" altLang="zh-CN" sz="24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centos7</a:t>
            </a:r>
            <a:r>
              <a:rPr lang="zh-CN" altLang="en-US" sz="24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、</a:t>
            </a:r>
            <a:r>
              <a:rPr lang="en-US" altLang="zh-CN" sz="24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centos8</a:t>
            </a:r>
            <a:r>
              <a:rPr lang="zh-CN" altLang="en-US" sz="24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、</a:t>
            </a:r>
            <a:r>
              <a:rPr lang="en-US" altLang="zh-CN" sz="24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redhat7</a:t>
            </a:r>
            <a:r>
              <a:rPr lang="zh-CN" altLang="en-US" sz="24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、</a:t>
            </a:r>
            <a:r>
              <a:rPr lang="en-US" altLang="zh-CN" sz="24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redhat8</a:t>
            </a:r>
            <a:r>
              <a:rPr lang="zh-CN" altLang="en-US" sz="24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、</a:t>
            </a:r>
            <a:r>
              <a:rPr lang="en-US" altLang="zh-CN" sz="2400" dirty="0" err="1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openEuler</a:t>
            </a:r>
            <a:r>
              <a:rPr lang="zh-CN" altLang="en-US" sz="24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，否则重新使用镜像导入。</a:t>
            </a:r>
            <a:endParaRPr lang="en-US" altLang="zh-CN" sz="2400" dirty="0" smtClean="0">
              <a:solidFill>
                <a:srgbClr val="323C5F"/>
              </a:solidFill>
              <a:latin typeface="AlibabaPuHuiTi-Regular" pitchFamily="34" charset="0"/>
              <a:ea typeface="AlibabaPuHuiTi-Regular" pitchFamily="34" charset="-122"/>
              <a:cs typeface="AlibabaPuHuiTi-Regular" pitchFamily="34" charset="-120"/>
            </a:endParaRPr>
          </a:p>
          <a:p>
            <a:pPr>
              <a:lnSpc>
                <a:spcPts val="3984"/>
              </a:lnSpc>
            </a:pPr>
            <a:r>
              <a:rPr lang="en-US" sz="24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</a:rPr>
              <a:t>2</a:t>
            </a:r>
            <a:r>
              <a:rPr lang="zh-CN" altLang="en-US" sz="2400" dirty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</a:rPr>
              <a:t>、</a:t>
            </a:r>
            <a:r>
              <a:rPr lang="zh-CN" altLang="en-US" sz="24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</a:rPr>
              <a:t>单独使用</a:t>
            </a:r>
            <a:r>
              <a:rPr lang="en-US" altLang="zh-CN" sz="24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</a:rPr>
              <a:t>auto.sh</a:t>
            </a:r>
            <a:r>
              <a:rPr lang="zh-CN" altLang="en-US" sz="24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</a:rPr>
              <a:t>脚本部署环境</a:t>
            </a:r>
            <a:endParaRPr lang="en-US" altLang="zh-CN" sz="2400" dirty="0" smtClean="0">
              <a:solidFill>
                <a:srgbClr val="323C5F"/>
              </a:solidFill>
              <a:latin typeface="AlibabaPuHuiTi-Regular" pitchFamily="34" charset="0"/>
              <a:ea typeface="AlibabaPuHuiTi-Regular" pitchFamily="34" charset="-122"/>
            </a:endParaRPr>
          </a:p>
          <a:p>
            <a:pPr>
              <a:lnSpc>
                <a:spcPts val="3984"/>
              </a:lnSpc>
            </a:pPr>
            <a:r>
              <a:rPr lang="en-US" sz="24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</a:rPr>
              <a:t>3</a:t>
            </a:r>
            <a:r>
              <a:rPr lang="zh-CN" altLang="en-US" sz="24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</a:rPr>
              <a:t>、按顺序安装部署</a:t>
            </a:r>
            <a:r>
              <a:rPr lang="en-US" altLang="zh-CN" sz="24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</a:rPr>
              <a:t>RCS</a:t>
            </a:r>
            <a:r>
              <a:rPr lang="zh-CN" altLang="en-US" sz="24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</a:rPr>
              <a:t>、</a:t>
            </a:r>
            <a:r>
              <a:rPr lang="en-US" altLang="zh-CN" sz="24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</a:rPr>
              <a:t>ICS</a:t>
            </a:r>
            <a:endParaRPr lang="en-US" sz="2400" dirty="0"/>
          </a:p>
        </p:txBody>
      </p:sp>
      <p:sp>
        <p:nvSpPr>
          <p:cNvPr id="11" name="Text 6"/>
          <p:cNvSpPr/>
          <p:nvPr/>
        </p:nvSpPr>
        <p:spPr>
          <a:xfrm rot="21600000">
            <a:off x="3581400" y="5814061"/>
            <a:ext cx="4785360" cy="484632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 marL="0" indent="0">
              <a:lnSpc>
                <a:spcPts val="3840"/>
              </a:lnSpc>
              <a:buNone/>
            </a:pPr>
            <a:r>
              <a:rPr lang="zh-CN" altLang="en-US" sz="3200" dirty="0" smtClean="0">
                <a:solidFill>
                  <a:srgbClr val="323C5F"/>
                </a:solidFill>
                <a:latin typeface="AlibabaPuHuiTi-Medium" pitchFamily="34" charset="0"/>
                <a:ea typeface="AlibabaPuHuiTi-Medium" pitchFamily="34" charset="-122"/>
                <a:cs typeface="AlibabaPuHuiTi-Medium" pitchFamily="34" charset="-120"/>
              </a:rPr>
              <a:t>客户提供系统（带系统）</a:t>
            </a:r>
            <a:endParaRPr lang="en-US" sz="3200" dirty="0"/>
          </a:p>
        </p:txBody>
      </p:sp>
      <p:sp>
        <p:nvSpPr>
          <p:cNvPr id="14" name="Text 9"/>
          <p:cNvSpPr/>
          <p:nvPr/>
        </p:nvSpPr>
        <p:spPr>
          <a:xfrm rot="21600000">
            <a:off x="16002000" y="7342632"/>
            <a:ext cx="6729984" cy="1014984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 marL="0" indent="0" algn="l">
              <a:lnSpc>
                <a:spcPts val="3984"/>
              </a:lnSpc>
              <a:buNone/>
            </a:pPr>
            <a:r>
              <a:rPr lang="zh-CN" altLang="en-US" sz="24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直接导</a:t>
            </a:r>
            <a:r>
              <a:rPr lang="zh-CN" altLang="en-US" sz="240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入</a:t>
            </a:r>
            <a:r>
              <a:rPr lang="en-US" altLang="zh-CN" sz="240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iraypleOsd</a:t>
            </a:r>
            <a:r>
              <a:rPr lang="zh-CN" altLang="en-US" sz="240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镜像</a:t>
            </a:r>
            <a:r>
              <a:rPr lang="zh-CN" altLang="en-US" sz="24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。</a:t>
            </a:r>
            <a:endParaRPr lang="en-US" sz="2400" dirty="0" smtClean="0">
              <a:solidFill>
                <a:srgbClr val="323C5F"/>
              </a:solidFill>
              <a:latin typeface="AlibabaPuHuiTi-Regular" pitchFamily="34" charset="0"/>
              <a:ea typeface="AlibabaPuHuiTi-Regular" pitchFamily="34" charset="-122"/>
              <a:cs typeface="AlibabaPuHuiTi-Regular" pitchFamily="34" charset="-120"/>
            </a:endParaRPr>
          </a:p>
        </p:txBody>
      </p:sp>
      <p:sp>
        <p:nvSpPr>
          <p:cNvPr id="15" name="Text 10"/>
          <p:cNvSpPr/>
          <p:nvPr/>
        </p:nvSpPr>
        <p:spPr>
          <a:xfrm rot="21600000">
            <a:off x="16002000" y="6711696"/>
            <a:ext cx="4933950" cy="484632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>
              <a:lnSpc>
                <a:spcPts val="3840"/>
              </a:lnSpc>
            </a:pPr>
            <a:r>
              <a:rPr lang="zh-CN" altLang="en-US" sz="3200" dirty="0" smtClean="0">
                <a:solidFill>
                  <a:srgbClr val="323C5F"/>
                </a:solidFill>
                <a:latin typeface="AlibabaPuHuiTi-Medium" pitchFamily="34" charset="0"/>
                <a:ea typeface="AlibabaPuHuiTi-Medium" pitchFamily="34" charset="-122"/>
                <a:cs typeface="AlibabaPuHuiTi-Medium" pitchFamily="34" charset="-120"/>
              </a:rPr>
              <a:t>使用我们镜像</a:t>
            </a:r>
            <a:endParaRPr lang="en-US" altLang="zh-CN" sz="32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9793224" y="4379976"/>
            <a:ext cx="2276856" cy="2121408"/>
          </a:xfrm>
          <a:prstGeom prst="rect">
            <a:avLst/>
          </a:prstGeom>
        </p:spPr>
      </p:pic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9637776" y="6199632"/>
            <a:ext cx="1664208" cy="2706624"/>
          </a:xfrm>
          <a:prstGeom prst="rect">
            <a:avLst/>
          </a:prstGeom>
        </p:spPr>
      </p:pic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10689336" y="8092440"/>
            <a:ext cx="2980944" cy="1335024"/>
          </a:xfrm>
          <a:prstGeom prst="rect">
            <a:avLst/>
          </a:prstGeom>
        </p:spPr>
      </p:pic>
      <p:pic>
        <p:nvPicPr>
          <p:cNvPr id="19" name="Image 6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13094208" y="5952744"/>
            <a:ext cx="1627632" cy="2944368"/>
          </a:xfrm>
          <a:prstGeom prst="rect">
            <a:avLst/>
          </a:prstGeom>
        </p:spPr>
      </p:pic>
      <p:pic>
        <p:nvPicPr>
          <p:cNvPr id="20" name="Image 7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11823192" y="4379976"/>
            <a:ext cx="2642616" cy="2084832"/>
          </a:xfrm>
          <a:prstGeom prst="rect">
            <a:avLst/>
          </a:prstGeom>
        </p:spPr>
      </p:pic>
      <p:pic>
        <p:nvPicPr>
          <p:cNvPr id="21" name="Image 8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1600000">
            <a:off x="11695176" y="6409944"/>
            <a:ext cx="905256" cy="1005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14911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545336" y="1737360"/>
            <a:ext cx="256032" cy="256032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1271016" y="1499616"/>
            <a:ext cx="420624" cy="42062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 rot="21600000">
            <a:off x="1993391" y="1252728"/>
            <a:ext cx="24047959" cy="1170432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>
              <a:lnSpc>
                <a:spcPts val="9244"/>
              </a:lnSpc>
            </a:pPr>
            <a:r>
              <a:rPr lang="zh-CN" altLang="en-US" sz="8000" dirty="0" smtClean="0">
                <a:solidFill>
                  <a:srgbClr val="323C5F"/>
                </a:solidFill>
                <a:latin typeface="AlibabaPuHuiTi-Medium" pitchFamily="34" charset="0"/>
                <a:ea typeface="AlibabaPuHuiTi-Medium" pitchFamily="34" charset="-122"/>
                <a:cs typeface="AlibabaPuHuiTi-Medium" pitchFamily="34" charset="-120"/>
              </a:rPr>
              <a:t>其他品牌服务器（带系统）</a:t>
            </a:r>
            <a:r>
              <a:rPr lang="zh-CN" altLang="en-US" sz="7700" dirty="0" smtClean="0">
                <a:solidFill>
                  <a:srgbClr val="333B5F"/>
                </a:solidFill>
                <a:latin typeface="AlibabaPuHuiTi-Medium" pitchFamily="34" charset="0"/>
                <a:ea typeface="AlibabaPuHuiTi-Medium" pitchFamily="34" charset="-122"/>
              </a:rPr>
              <a:t>部署步骤</a:t>
            </a:r>
            <a:endParaRPr lang="en-US" sz="7700" dirty="0"/>
          </a:p>
        </p:txBody>
      </p:sp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20253960" y="9985248"/>
            <a:ext cx="6364224" cy="6263640"/>
          </a:xfrm>
          <a:prstGeom prst="rect">
            <a:avLst/>
          </a:prstGeom>
        </p:spPr>
      </p:pic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6200000">
            <a:off x="4443984" y="10378440"/>
            <a:ext cx="1261872" cy="91440"/>
          </a:xfrm>
          <a:prstGeom prst="rect">
            <a:avLst/>
          </a:prstGeom>
        </p:spPr>
      </p:pic>
      <p:pic>
        <p:nvPicPr>
          <p:cNvPr id="7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16200000">
            <a:off x="17885664" y="10131552"/>
            <a:ext cx="1728216" cy="91440"/>
          </a:xfrm>
          <a:prstGeom prst="rect">
            <a:avLst/>
          </a:prstGeom>
        </p:spPr>
      </p:pic>
      <p:pic>
        <p:nvPicPr>
          <p:cNvPr id="8" name="Image 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16200000">
            <a:off x="11439144" y="10250424"/>
            <a:ext cx="1490472" cy="91440"/>
          </a:xfrm>
          <a:prstGeom prst="rect">
            <a:avLst/>
          </a:prstGeom>
        </p:spPr>
      </p:pic>
      <p:pic>
        <p:nvPicPr>
          <p:cNvPr id="9" name="Image 6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1728216" y="11036808"/>
            <a:ext cx="20921472" cy="91440"/>
          </a:xfrm>
          <a:prstGeom prst="rect">
            <a:avLst/>
          </a:prstGeom>
        </p:spPr>
      </p:pic>
      <p:pic>
        <p:nvPicPr>
          <p:cNvPr id="10" name="Image 7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1737360" y="9756648"/>
            <a:ext cx="7735824" cy="256032"/>
          </a:xfrm>
          <a:prstGeom prst="rect">
            <a:avLst/>
          </a:prstGeom>
        </p:spPr>
      </p:pic>
      <p:pic>
        <p:nvPicPr>
          <p:cNvPr id="11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8321040" y="9445752"/>
            <a:ext cx="7735824" cy="256032"/>
          </a:xfrm>
          <a:prstGeom prst="rect">
            <a:avLst/>
          </a:prstGeom>
        </p:spPr>
      </p:pic>
      <p:pic>
        <p:nvPicPr>
          <p:cNvPr id="12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14977872" y="9144000"/>
            <a:ext cx="7735824" cy="256032"/>
          </a:xfrm>
          <a:prstGeom prst="rect">
            <a:avLst/>
          </a:prstGeom>
        </p:spPr>
      </p:pic>
      <p:pic>
        <p:nvPicPr>
          <p:cNvPr id="13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16200000">
            <a:off x="-27432" y="7571232"/>
            <a:ext cx="4270248" cy="100584"/>
          </a:xfrm>
          <a:prstGeom prst="rect">
            <a:avLst/>
          </a:prstGeom>
        </p:spPr>
      </p:pic>
      <p:pic>
        <p:nvPicPr>
          <p:cNvPr id="14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16200000">
            <a:off x="6208776" y="6931152"/>
            <a:ext cx="5084064" cy="100584"/>
          </a:xfrm>
          <a:prstGeom prst="rect">
            <a:avLst/>
          </a:prstGeom>
        </p:spPr>
      </p:pic>
      <p:pic>
        <p:nvPicPr>
          <p:cNvPr id="15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16200000">
            <a:off x="12545568" y="6345936"/>
            <a:ext cx="5843016" cy="100584"/>
          </a:xfrm>
          <a:prstGeom prst="rect">
            <a:avLst/>
          </a:prstGeom>
        </p:spPr>
      </p:pic>
      <p:sp>
        <p:nvSpPr>
          <p:cNvPr id="16" name="Text 1"/>
          <p:cNvSpPr/>
          <p:nvPr/>
        </p:nvSpPr>
        <p:spPr>
          <a:xfrm rot="21600000">
            <a:off x="9167621" y="5349240"/>
            <a:ext cx="5257800" cy="1133856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 marL="0" indent="0" algn="l">
              <a:lnSpc>
                <a:spcPts val="4420"/>
              </a:lnSpc>
              <a:buNone/>
            </a:pPr>
            <a:r>
              <a:rPr lang="zh-CN" altLang="en-US" sz="26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使用</a:t>
            </a:r>
            <a:r>
              <a:rPr lang="en-US" altLang="zh-CN" sz="26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auto.sh</a:t>
            </a:r>
            <a:r>
              <a:rPr lang="zh-CN" altLang="en-US" sz="26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脚本安装环境，一般需要</a:t>
            </a:r>
            <a:r>
              <a:rPr lang="en-US" altLang="zh-CN" sz="26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1-2</a:t>
            </a:r>
            <a:r>
              <a:rPr lang="zh-CN" altLang="en-US" sz="26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小时安装时间</a:t>
            </a:r>
            <a:r>
              <a:rPr lang="en-US" sz="26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。</a:t>
            </a:r>
            <a:endParaRPr lang="en-US" sz="2600" dirty="0"/>
          </a:p>
        </p:txBody>
      </p:sp>
      <p:sp>
        <p:nvSpPr>
          <p:cNvPr id="17" name="Text 2"/>
          <p:cNvSpPr/>
          <p:nvPr/>
        </p:nvSpPr>
        <p:spPr>
          <a:xfrm rot="21600000">
            <a:off x="9171431" y="4617720"/>
            <a:ext cx="3474525" cy="521208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>
              <a:lnSpc>
                <a:spcPts val="4560"/>
              </a:lnSpc>
            </a:pPr>
            <a:r>
              <a:rPr lang="zh-CN" altLang="en-US" sz="3800" dirty="0">
                <a:solidFill>
                  <a:srgbClr val="323C5F"/>
                </a:solidFill>
                <a:latin typeface="AlibabaPuHuiTi-Medium" pitchFamily="34" charset="0"/>
                <a:ea typeface="AlibabaPuHuiTi-Medium" pitchFamily="34" charset="-122"/>
              </a:rPr>
              <a:t>安装环境</a:t>
            </a:r>
            <a:r>
              <a:rPr lang="en-US" altLang="zh-CN" sz="3800" dirty="0">
                <a:solidFill>
                  <a:srgbClr val="323C5F"/>
                </a:solidFill>
                <a:latin typeface="AlibabaPuHuiTi-Medium" pitchFamily="34" charset="0"/>
                <a:ea typeface="AlibabaPuHuiTi-Medium" pitchFamily="34" charset="-122"/>
              </a:rPr>
              <a:t>/</a:t>
            </a:r>
            <a:r>
              <a:rPr lang="zh-CN" altLang="en-US" sz="3800" dirty="0">
                <a:solidFill>
                  <a:srgbClr val="323C5F"/>
                </a:solidFill>
                <a:latin typeface="AlibabaPuHuiTi-Medium" pitchFamily="34" charset="0"/>
                <a:ea typeface="AlibabaPuHuiTi-Medium" pitchFamily="34" charset="-122"/>
              </a:rPr>
              <a:t>镜像</a:t>
            </a:r>
            <a:endParaRPr lang="en-US" sz="3800" dirty="0">
              <a:solidFill>
                <a:srgbClr val="323C5F"/>
              </a:solidFill>
              <a:latin typeface="AlibabaPuHuiTi-Medium" pitchFamily="34" charset="0"/>
              <a:ea typeface="AlibabaPuHuiTi-Medium" pitchFamily="34" charset="-122"/>
            </a:endParaRPr>
          </a:p>
        </p:txBody>
      </p:sp>
      <p:sp>
        <p:nvSpPr>
          <p:cNvPr id="18" name="Text 3"/>
          <p:cNvSpPr/>
          <p:nvPr/>
        </p:nvSpPr>
        <p:spPr>
          <a:xfrm rot="21600000">
            <a:off x="15979140" y="4591650"/>
            <a:ext cx="5257800" cy="1133856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 marL="0" indent="0" algn="l">
              <a:lnSpc>
                <a:spcPts val="4420"/>
              </a:lnSpc>
              <a:buNone/>
            </a:pPr>
            <a:r>
              <a:rPr lang="zh-CN" altLang="en-US" sz="26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新老版本都是用同一个脚本</a:t>
            </a:r>
            <a:r>
              <a:rPr lang="en-US" altLang="zh-CN" sz="26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start.sh</a:t>
            </a:r>
            <a:r>
              <a:rPr lang="zh-CN" altLang="en-US" sz="26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部署平台</a:t>
            </a:r>
            <a:r>
              <a:rPr lang="en-US" altLang="zh-CN" sz="26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RCS</a:t>
            </a:r>
            <a:r>
              <a:rPr lang="zh-CN" altLang="en-US" sz="26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及</a:t>
            </a:r>
            <a:r>
              <a:rPr lang="en-US" altLang="zh-CN" sz="26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ICS</a:t>
            </a:r>
            <a:r>
              <a:rPr lang="zh-CN" altLang="en-US" sz="26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，注意部署先后顺序。</a:t>
            </a:r>
            <a:r>
              <a:rPr lang="zh-CN" altLang="en-US" sz="2600" dirty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可</a:t>
            </a:r>
            <a:r>
              <a:rPr lang="zh-CN" altLang="en-US" sz="26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部署</a:t>
            </a:r>
            <a:r>
              <a:rPr lang="en-US" altLang="zh-CN" sz="26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4.1</a:t>
            </a:r>
            <a:r>
              <a:rPr lang="zh-CN" altLang="en-US" sz="26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至</a:t>
            </a:r>
            <a:r>
              <a:rPr lang="en-US" altLang="zh-CN" sz="26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4.5</a:t>
            </a:r>
            <a:r>
              <a:rPr lang="zh-CN" altLang="en-US" sz="26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所有版本。</a:t>
            </a:r>
            <a:endParaRPr lang="en-US" sz="2600" dirty="0"/>
          </a:p>
        </p:txBody>
      </p:sp>
      <p:sp>
        <p:nvSpPr>
          <p:cNvPr id="19" name="Text 4"/>
          <p:cNvSpPr/>
          <p:nvPr/>
        </p:nvSpPr>
        <p:spPr>
          <a:xfrm rot="21600000">
            <a:off x="15892272" y="3611880"/>
            <a:ext cx="2779776" cy="521208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 marL="0" indent="0" algn="l">
              <a:lnSpc>
                <a:spcPts val="4080"/>
              </a:lnSpc>
              <a:buNone/>
            </a:pPr>
            <a:endParaRPr lang="en-US" sz="3400" dirty="0"/>
          </a:p>
        </p:txBody>
      </p:sp>
      <p:sp>
        <p:nvSpPr>
          <p:cNvPr id="20" name="Text 5"/>
          <p:cNvSpPr/>
          <p:nvPr/>
        </p:nvSpPr>
        <p:spPr>
          <a:xfrm rot="21600000">
            <a:off x="2400299" y="7157466"/>
            <a:ext cx="5929885" cy="1133856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>
              <a:lnSpc>
                <a:spcPts val="3984"/>
              </a:lnSpc>
            </a:pPr>
            <a:r>
              <a:rPr lang="en-US" altLang="zh-CN" sz="28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1</a:t>
            </a:r>
            <a:r>
              <a:rPr lang="zh-CN" altLang="en-US" sz="28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、确认自带的系统，一般只能使用纯净版本</a:t>
            </a:r>
            <a:r>
              <a:rPr lang="en-US" altLang="zh-CN" sz="28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centos7</a:t>
            </a:r>
            <a:r>
              <a:rPr lang="zh-CN" altLang="en-US" sz="28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、</a:t>
            </a:r>
            <a:r>
              <a:rPr lang="en-US" altLang="zh-CN" sz="28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centos8</a:t>
            </a:r>
            <a:r>
              <a:rPr lang="zh-CN" altLang="en-US" sz="28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、</a:t>
            </a:r>
            <a:r>
              <a:rPr lang="en-US" altLang="zh-CN" sz="28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redhat7</a:t>
            </a:r>
            <a:r>
              <a:rPr lang="zh-CN" altLang="en-US" sz="28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、</a:t>
            </a:r>
            <a:r>
              <a:rPr lang="en-US" altLang="zh-CN" sz="28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redhat8</a:t>
            </a:r>
            <a:r>
              <a:rPr lang="zh-CN" altLang="en-US" sz="28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、</a:t>
            </a:r>
            <a:r>
              <a:rPr lang="en-US" altLang="zh-CN" sz="2800" dirty="0" err="1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openEuler</a:t>
            </a:r>
            <a:r>
              <a:rPr lang="zh-CN" altLang="en-US" sz="2800" dirty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，</a:t>
            </a:r>
            <a:r>
              <a:rPr lang="zh-CN" altLang="en-US" sz="28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否则重装系统</a:t>
            </a:r>
            <a:r>
              <a:rPr lang="zh-CN" altLang="en-US" sz="28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，强烈建议</a:t>
            </a:r>
            <a:r>
              <a:rPr lang="zh-CN" altLang="en-US" sz="28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直接使用</a:t>
            </a:r>
            <a:r>
              <a:rPr lang="en-US" altLang="zh-CN" sz="2800" dirty="0" err="1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iraypleOs</a:t>
            </a:r>
            <a:r>
              <a:rPr lang="zh-CN" altLang="en-US" sz="28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的</a:t>
            </a:r>
            <a:r>
              <a:rPr lang="en-US" altLang="zh-CN" sz="2800" dirty="0" err="1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iso</a:t>
            </a:r>
            <a:r>
              <a:rPr lang="zh-CN" altLang="en-US" sz="28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镜像。</a:t>
            </a:r>
            <a:endParaRPr lang="en-US" altLang="zh-CN" sz="2800" dirty="0" smtClean="0">
              <a:solidFill>
                <a:srgbClr val="323C5F"/>
              </a:solidFill>
              <a:latin typeface="AlibabaPuHuiTi-Regular" pitchFamily="34" charset="0"/>
              <a:ea typeface="AlibabaPuHuiTi-Regular" pitchFamily="34" charset="-122"/>
              <a:cs typeface="AlibabaPuHuiTi-Regular" pitchFamily="34" charset="-120"/>
            </a:endParaRPr>
          </a:p>
        </p:txBody>
      </p:sp>
      <p:sp>
        <p:nvSpPr>
          <p:cNvPr id="21" name="Text 6"/>
          <p:cNvSpPr/>
          <p:nvPr/>
        </p:nvSpPr>
        <p:spPr>
          <a:xfrm rot="21600000">
            <a:off x="2450591" y="5116069"/>
            <a:ext cx="3736199" cy="576072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 marL="0" indent="0" algn="l">
              <a:lnSpc>
                <a:spcPts val="4560"/>
              </a:lnSpc>
              <a:buNone/>
            </a:pPr>
            <a:r>
              <a:rPr lang="zh-CN" altLang="en-US" sz="3800" dirty="0" smtClean="0">
                <a:solidFill>
                  <a:srgbClr val="323C5F"/>
                </a:solidFill>
                <a:latin typeface="AlibabaPuHuiTi-Medium" pitchFamily="34" charset="0"/>
                <a:ea typeface="AlibabaPuHuiTi-Medium" pitchFamily="34" charset="-122"/>
              </a:rPr>
              <a:t>确认系统版本</a:t>
            </a:r>
            <a:endParaRPr lang="en-US" sz="3800" dirty="0"/>
          </a:p>
        </p:txBody>
      </p:sp>
      <p:sp>
        <p:nvSpPr>
          <p:cNvPr id="22" name="Text 7"/>
          <p:cNvSpPr/>
          <p:nvPr/>
        </p:nvSpPr>
        <p:spPr>
          <a:xfrm rot="21600000">
            <a:off x="4416552" y="11622024"/>
            <a:ext cx="1335024" cy="457200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3000" dirty="0">
                <a:solidFill>
                  <a:srgbClr val="3973FF"/>
                </a:solidFill>
                <a:latin typeface="Poppins-Medium" pitchFamily="34" charset="0"/>
                <a:ea typeface="Poppins-Medium" pitchFamily="34" charset="-122"/>
                <a:cs typeface="Poppins-Medium" pitchFamily="34" charset="-120"/>
              </a:rPr>
              <a:t>01</a:t>
            </a:r>
            <a:endParaRPr lang="en-US" sz="3000" dirty="0"/>
          </a:p>
        </p:txBody>
      </p:sp>
      <p:pic>
        <p:nvPicPr>
          <p:cNvPr id="23" name="Image 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21600000">
            <a:off x="4956048" y="10963656"/>
            <a:ext cx="256032" cy="256032"/>
          </a:xfrm>
          <a:prstGeom prst="rect">
            <a:avLst/>
          </a:prstGeom>
        </p:spPr>
      </p:pic>
      <p:sp>
        <p:nvSpPr>
          <p:cNvPr id="24" name="Text 8"/>
          <p:cNvSpPr/>
          <p:nvPr/>
        </p:nvSpPr>
        <p:spPr>
          <a:xfrm rot="21600000">
            <a:off x="11466576" y="11622024"/>
            <a:ext cx="1426464" cy="457200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3000" dirty="0">
                <a:solidFill>
                  <a:srgbClr val="3973FF"/>
                </a:solidFill>
                <a:latin typeface="Poppins-Medium" pitchFamily="34" charset="0"/>
                <a:ea typeface="Poppins-Medium" pitchFamily="34" charset="-122"/>
                <a:cs typeface="Poppins-Medium" pitchFamily="34" charset="-120"/>
              </a:rPr>
              <a:t>02</a:t>
            </a:r>
            <a:endParaRPr lang="en-US" sz="3000" dirty="0"/>
          </a:p>
        </p:txBody>
      </p:sp>
      <p:pic>
        <p:nvPicPr>
          <p:cNvPr id="25" name="Image 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21600000">
            <a:off x="12051792" y="10963656"/>
            <a:ext cx="256032" cy="256032"/>
          </a:xfrm>
          <a:prstGeom prst="rect">
            <a:avLst/>
          </a:prstGeom>
        </p:spPr>
      </p:pic>
      <p:sp>
        <p:nvSpPr>
          <p:cNvPr id="26" name="Text 9"/>
          <p:cNvSpPr/>
          <p:nvPr/>
        </p:nvSpPr>
        <p:spPr>
          <a:xfrm rot="21600000">
            <a:off x="18022824" y="11622024"/>
            <a:ext cx="1435608" cy="457200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3000" dirty="0">
                <a:solidFill>
                  <a:srgbClr val="3973FF"/>
                </a:solidFill>
                <a:latin typeface="Poppins-Medium" pitchFamily="34" charset="0"/>
                <a:ea typeface="Poppins-Medium" pitchFamily="34" charset="-122"/>
                <a:cs typeface="Poppins-Medium" pitchFamily="34" charset="-120"/>
              </a:rPr>
              <a:t>03</a:t>
            </a:r>
            <a:endParaRPr lang="en-US" sz="3000" dirty="0"/>
          </a:p>
        </p:txBody>
      </p:sp>
      <p:pic>
        <p:nvPicPr>
          <p:cNvPr id="27" name="Image 15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21600000">
            <a:off x="18608040" y="10963656"/>
            <a:ext cx="256032" cy="256032"/>
          </a:xfrm>
          <a:prstGeom prst="rect">
            <a:avLst/>
          </a:prstGeom>
        </p:spPr>
      </p:pic>
      <p:sp>
        <p:nvSpPr>
          <p:cNvPr id="32" name="Text 2"/>
          <p:cNvSpPr/>
          <p:nvPr/>
        </p:nvSpPr>
        <p:spPr>
          <a:xfrm rot="21600000">
            <a:off x="15957060" y="3735324"/>
            <a:ext cx="3474525" cy="521208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>
              <a:lnSpc>
                <a:spcPts val="4560"/>
              </a:lnSpc>
            </a:pPr>
            <a:r>
              <a:rPr lang="zh-CN" altLang="en-US" sz="3800" dirty="0" smtClean="0">
                <a:solidFill>
                  <a:srgbClr val="323C5F"/>
                </a:solidFill>
                <a:latin typeface="AlibabaPuHuiTi-Medium" pitchFamily="34" charset="0"/>
                <a:ea typeface="AlibabaPuHuiTi-Medium" pitchFamily="34" charset="-122"/>
              </a:rPr>
              <a:t>安装平台</a:t>
            </a:r>
            <a:endParaRPr lang="en-US" sz="3800" dirty="0">
              <a:solidFill>
                <a:srgbClr val="323C5F"/>
              </a:solidFill>
              <a:latin typeface="AlibabaPuHuiTi-Medium" pitchFamily="34" charset="0"/>
              <a:ea typeface="AlibabaPuHuiTi-Medium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792397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545336" y="1737360"/>
            <a:ext cx="256032" cy="256032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1271016" y="1499616"/>
            <a:ext cx="420624" cy="42062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 rot="21600000">
            <a:off x="1993392" y="1252728"/>
            <a:ext cx="8229600" cy="1170432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 marL="0" indent="0" algn="l">
              <a:lnSpc>
                <a:spcPts val="9244"/>
              </a:lnSpc>
              <a:buNone/>
            </a:pPr>
            <a:r>
              <a:rPr lang="en-US" sz="7700" dirty="0">
                <a:solidFill>
                  <a:srgbClr val="333B5F"/>
                </a:solidFill>
                <a:latin typeface="AlibabaPuHuiTi-Medium" pitchFamily="34" charset="0"/>
                <a:ea typeface="AlibabaPuHuiTi-Medium" pitchFamily="34" charset="-122"/>
                <a:cs typeface="AlibabaPuHuiTi-Medium" pitchFamily="34" charset="-120"/>
              </a:rPr>
              <a:t>使用场景分析</a:t>
            </a:r>
            <a:endParaRPr lang="en-US" sz="7700" dirty="0"/>
          </a:p>
        </p:txBody>
      </p:sp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20253960" y="9985248"/>
            <a:ext cx="6364224" cy="6263640"/>
          </a:xfrm>
          <a:prstGeom prst="rect">
            <a:avLst/>
          </a:prstGeom>
        </p:spPr>
      </p:pic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1435608" y="5230367"/>
            <a:ext cx="6821424" cy="3602736"/>
          </a:xfrm>
          <a:prstGeom prst="rect">
            <a:avLst/>
          </a:prstGeom>
        </p:spPr>
      </p:pic>
      <p:sp>
        <p:nvSpPr>
          <p:cNvPr id="7" name="Text 1"/>
          <p:cNvSpPr/>
          <p:nvPr/>
        </p:nvSpPr>
        <p:spPr>
          <a:xfrm rot="21600000">
            <a:off x="2048256" y="6519671"/>
            <a:ext cx="5852160" cy="1069848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 marL="0" indent="0" algn="l">
              <a:lnSpc>
                <a:spcPts val="4160"/>
              </a:lnSpc>
              <a:buNone/>
            </a:pPr>
            <a:r>
              <a:rPr lang="en-US" sz="2600" dirty="0" err="1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用于商务演示</a:t>
            </a:r>
            <a:r>
              <a:rPr lang="en-US" sz="2600" dirty="0" err="1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，展示产品和服务，提升客户信任感</a:t>
            </a:r>
            <a:r>
              <a:rPr lang="en-US" sz="2600" dirty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。</a:t>
            </a:r>
            <a:endParaRPr lang="en-US" sz="2600" dirty="0"/>
          </a:p>
        </p:txBody>
      </p:sp>
      <p:sp>
        <p:nvSpPr>
          <p:cNvPr id="8" name="Text 2"/>
          <p:cNvSpPr/>
          <p:nvPr/>
        </p:nvSpPr>
        <p:spPr>
          <a:xfrm rot="21600000">
            <a:off x="2002536" y="5769863"/>
            <a:ext cx="2779776" cy="521208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 marL="0" indent="0" algn="l">
              <a:lnSpc>
                <a:spcPts val="4080"/>
              </a:lnSpc>
              <a:buNone/>
            </a:pPr>
            <a:r>
              <a:rPr lang="en-US" sz="3400" dirty="0">
                <a:solidFill>
                  <a:srgbClr val="323C5F"/>
                </a:solidFill>
                <a:latin typeface="AlibabaPuHuiTi-Medium" pitchFamily="34" charset="0"/>
                <a:ea typeface="AlibabaPuHuiTi-Medium" pitchFamily="34" charset="-122"/>
                <a:cs typeface="AlibabaPuHuiTi-Medium" pitchFamily="34" charset="-120"/>
              </a:rPr>
              <a:t>商务演示</a:t>
            </a:r>
            <a:endParaRPr lang="en-US" sz="3400" dirty="0"/>
          </a:p>
        </p:txBody>
      </p:sp>
      <p:pic>
        <p:nvPicPr>
          <p:cNvPr id="9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1216152" y="5751575"/>
            <a:ext cx="402336" cy="466344"/>
          </a:xfrm>
          <a:prstGeom prst="rect">
            <a:avLst/>
          </a:prstGeom>
        </p:spPr>
      </p:pic>
      <p:pic>
        <p:nvPicPr>
          <p:cNvPr id="10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8796528" y="5230367"/>
            <a:ext cx="6821424" cy="3602736"/>
          </a:xfrm>
          <a:prstGeom prst="rect">
            <a:avLst/>
          </a:prstGeom>
        </p:spPr>
      </p:pic>
      <p:sp>
        <p:nvSpPr>
          <p:cNvPr id="11" name="Text 3"/>
          <p:cNvSpPr/>
          <p:nvPr/>
        </p:nvSpPr>
        <p:spPr>
          <a:xfrm rot="21600000">
            <a:off x="9436608" y="6519671"/>
            <a:ext cx="5852160" cy="1069848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 marL="0" indent="0" algn="l">
              <a:lnSpc>
                <a:spcPts val="4160"/>
              </a:lnSpc>
              <a:buNone/>
            </a:pPr>
            <a:r>
              <a:rPr lang="en-US" sz="2600" dirty="0" err="1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在教育培训中使用</a:t>
            </a:r>
            <a:r>
              <a:rPr lang="en-US" sz="26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，</a:t>
            </a:r>
            <a:r>
              <a:rPr lang="zh-CN" altLang="en-US" sz="26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提高自身的平台使用能力</a:t>
            </a:r>
            <a:r>
              <a:rPr lang="en-US" sz="26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。</a:t>
            </a:r>
            <a:endParaRPr lang="en-US" sz="2600" dirty="0"/>
          </a:p>
        </p:txBody>
      </p:sp>
      <p:sp>
        <p:nvSpPr>
          <p:cNvPr id="12" name="Text 4"/>
          <p:cNvSpPr/>
          <p:nvPr/>
        </p:nvSpPr>
        <p:spPr>
          <a:xfrm rot="21600000">
            <a:off x="9500616" y="5769863"/>
            <a:ext cx="2779776" cy="521208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 marL="0" indent="0" algn="l">
              <a:lnSpc>
                <a:spcPts val="4080"/>
              </a:lnSpc>
              <a:buNone/>
            </a:pPr>
            <a:r>
              <a:rPr lang="en-US" sz="3400" dirty="0">
                <a:solidFill>
                  <a:srgbClr val="323C5F"/>
                </a:solidFill>
                <a:latin typeface="AlibabaPuHuiTi-Medium" pitchFamily="34" charset="0"/>
                <a:ea typeface="AlibabaPuHuiTi-Medium" pitchFamily="34" charset="-122"/>
                <a:cs typeface="AlibabaPuHuiTi-Medium" pitchFamily="34" charset="-120"/>
              </a:rPr>
              <a:t>教育培训</a:t>
            </a:r>
            <a:endParaRPr lang="en-US" sz="3400" dirty="0"/>
          </a:p>
        </p:txBody>
      </p:sp>
      <p:pic>
        <p:nvPicPr>
          <p:cNvPr id="13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8613648" y="5751575"/>
            <a:ext cx="402336" cy="466344"/>
          </a:xfrm>
          <a:prstGeom prst="rect">
            <a:avLst/>
          </a:prstGeom>
        </p:spPr>
      </p:pic>
      <p:pic>
        <p:nvPicPr>
          <p:cNvPr id="14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16175736" y="5230367"/>
            <a:ext cx="6821424" cy="3602736"/>
          </a:xfrm>
          <a:prstGeom prst="rect">
            <a:avLst/>
          </a:prstGeom>
        </p:spPr>
      </p:pic>
      <p:sp>
        <p:nvSpPr>
          <p:cNvPr id="15" name="Text 5"/>
          <p:cNvSpPr/>
          <p:nvPr/>
        </p:nvSpPr>
        <p:spPr>
          <a:xfrm rot="21600000">
            <a:off x="16824960" y="6519671"/>
            <a:ext cx="5852160" cy="1069848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 marL="0" indent="0" algn="l">
              <a:lnSpc>
                <a:spcPts val="4160"/>
              </a:lnSpc>
              <a:buNone/>
            </a:pPr>
            <a:r>
              <a:rPr lang="zh-CN" altLang="en-US" sz="26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系统较为稳定，适合正式生产环境的使用</a:t>
            </a:r>
            <a:r>
              <a:rPr lang="en-US" sz="26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。</a:t>
            </a:r>
            <a:endParaRPr lang="en-US" sz="2600" dirty="0"/>
          </a:p>
        </p:txBody>
      </p:sp>
      <p:sp>
        <p:nvSpPr>
          <p:cNvPr id="16" name="Text 6"/>
          <p:cNvSpPr/>
          <p:nvPr/>
        </p:nvSpPr>
        <p:spPr>
          <a:xfrm rot="21600000">
            <a:off x="16888968" y="5769863"/>
            <a:ext cx="2779776" cy="521208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 marL="0" indent="0" algn="l">
              <a:lnSpc>
                <a:spcPts val="4080"/>
              </a:lnSpc>
              <a:buNone/>
            </a:pPr>
            <a:r>
              <a:rPr lang="zh-CN" altLang="en-US" sz="3400" dirty="0" smtClean="0">
                <a:solidFill>
                  <a:srgbClr val="323C5F"/>
                </a:solidFill>
                <a:latin typeface="AlibabaPuHuiTi-Medium" pitchFamily="34" charset="0"/>
                <a:ea typeface="AlibabaPuHuiTi-Medium" pitchFamily="34" charset="-122"/>
              </a:rPr>
              <a:t>生产环境</a:t>
            </a:r>
            <a:endParaRPr lang="en-US" sz="3400" dirty="0"/>
          </a:p>
        </p:txBody>
      </p:sp>
      <p:pic>
        <p:nvPicPr>
          <p:cNvPr id="17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16002000" y="5751575"/>
            <a:ext cx="402336" cy="466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50936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664208" y="2313432"/>
            <a:ext cx="21067776" cy="901598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5641848" y="6163056"/>
            <a:ext cx="1271016" cy="126187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 rot="21600000">
            <a:off x="11100816" y="7470648"/>
            <a:ext cx="7900416" cy="1371600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 marL="0" indent="0" algn="ctr">
              <a:lnSpc>
                <a:spcPts val="10800"/>
              </a:lnSpc>
              <a:buNone/>
            </a:pPr>
            <a:r>
              <a:rPr lang="en-US" sz="9000" dirty="0">
                <a:solidFill>
                  <a:srgbClr val="333B5F"/>
                </a:solidFill>
                <a:latin typeface="AlibabaPuHuiTi-Medium" pitchFamily="34" charset="0"/>
                <a:ea typeface="AlibabaPuHuiTi-Medium" pitchFamily="34" charset="-122"/>
                <a:cs typeface="AlibabaPuHuiTi-Medium" pitchFamily="34" charset="-120"/>
              </a:rPr>
              <a:t>ND服务器</a:t>
            </a:r>
            <a:endParaRPr lang="en-US" sz="9000" dirty="0"/>
          </a:p>
        </p:txBody>
      </p:sp>
      <p:sp>
        <p:nvSpPr>
          <p:cNvPr id="5" name="Text 1"/>
          <p:cNvSpPr/>
          <p:nvPr/>
        </p:nvSpPr>
        <p:spPr>
          <a:xfrm rot="21600000">
            <a:off x="10341864" y="4407408"/>
            <a:ext cx="9409176" cy="3035808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 marL="0" indent="0" algn="ctr">
              <a:lnSpc>
                <a:spcPts val="23880"/>
              </a:lnSpc>
              <a:buNone/>
            </a:pPr>
            <a:r>
              <a:rPr lang="en-US" sz="19900" dirty="0" smtClean="0">
                <a:solidFill>
                  <a:srgbClr val="333B5F"/>
                </a:solidFill>
                <a:latin typeface="Poppins-Regular" pitchFamily="34" charset="0"/>
                <a:ea typeface="Poppins-Regular" pitchFamily="34" charset="-122"/>
                <a:cs typeface="Poppins-Regular" pitchFamily="34" charset="-120"/>
              </a:rPr>
              <a:t>04</a:t>
            </a:r>
            <a:endParaRPr lang="en-US" sz="19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545336" y="1737360"/>
            <a:ext cx="256032" cy="256032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1271016" y="1499616"/>
            <a:ext cx="420624" cy="42062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 rot="21600000">
            <a:off x="1993391" y="1252728"/>
            <a:ext cx="24047959" cy="1170432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>
              <a:lnSpc>
                <a:spcPts val="9244"/>
              </a:lnSpc>
            </a:pPr>
            <a:r>
              <a:rPr lang="en-US" altLang="zh-CN" sz="8000" dirty="0" smtClean="0">
                <a:solidFill>
                  <a:srgbClr val="323C5F"/>
                </a:solidFill>
                <a:latin typeface="AlibabaPuHuiTi-Medium" pitchFamily="34" charset="0"/>
                <a:ea typeface="AlibabaPuHuiTi-Medium" pitchFamily="34" charset="-122"/>
                <a:cs typeface="AlibabaPuHuiTi-Medium" pitchFamily="34" charset="-120"/>
              </a:rPr>
              <a:t>ND</a:t>
            </a:r>
            <a:r>
              <a:rPr lang="zh-CN" altLang="en-US" sz="8000" dirty="0" smtClean="0">
                <a:solidFill>
                  <a:srgbClr val="323C5F"/>
                </a:solidFill>
                <a:latin typeface="AlibabaPuHuiTi-Medium" pitchFamily="34" charset="0"/>
                <a:ea typeface="AlibabaPuHuiTi-Medium" pitchFamily="34" charset="-122"/>
                <a:cs typeface="AlibabaPuHuiTi-Medium" pitchFamily="34" charset="-120"/>
              </a:rPr>
              <a:t>服务器</a:t>
            </a:r>
            <a:r>
              <a:rPr lang="zh-CN" altLang="en-US" sz="7700" dirty="0" smtClean="0">
                <a:solidFill>
                  <a:srgbClr val="333B5F"/>
                </a:solidFill>
                <a:latin typeface="AlibabaPuHuiTi-Medium" pitchFamily="34" charset="0"/>
                <a:ea typeface="AlibabaPuHuiTi-Medium" pitchFamily="34" charset="-122"/>
              </a:rPr>
              <a:t>部署</a:t>
            </a:r>
            <a:r>
              <a:rPr lang="zh-CN" altLang="en-US" sz="7700" dirty="0" smtClean="0">
                <a:solidFill>
                  <a:srgbClr val="333B5F"/>
                </a:solidFill>
                <a:latin typeface="AlibabaPuHuiTi-Medium" pitchFamily="34" charset="0"/>
                <a:ea typeface="AlibabaPuHuiTi-Medium" pitchFamily="34" charset="-122"/>
              </a:rPr>
              <a:t>步骤</a:t>
            </a:r>
            <a:endParaRPr lang="en-US" sz="7700" dirty="0"/>
          </a:p>
        </p:txBody>
      </p:sp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20253960" y="9985248"/>
            <a:ext cx="6364224" cy="6263640"/>
          </a:xfrm>
          <a:prstGeom prst="rect">
            <a:avLst/>
          </a:prstGeom>
        </p:spPr>
      </p:pic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6200000">
            <a:off x="4443984" y="10378440"/>
            <a:ext cx="1261872" cy="91440"/>
          </a:xfrm>
          <a:prstGeom prst="rect">
            <a:avLst/>
          </a:prstGeom>
        </p:spPr>
      </p:pic>
      <p:pic>
        <p:nvPicPr>
          <p:cNvPr id="7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16200000">
            <a:off x="17885664" y="10131552"/>
            <a:ext cx="1728216" cy="91440"/>
          </a:xfrm>
          <a:prstGeom prst="rect">
            <a:avLst/>
          </a:prstGeom>
        </p:spPr>
      </p:pic>
      <p:pic>
        <p:nvPicPr>
          <p:cNvPr id="8" name="Image 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16200000">
            <a:off x="11439144" y="10250424"/>
            <a:ext cx="1490472" cy="91440"/>
          </a:xfrm>
          <a:prstGeom prst="rect">
            <a:avLst/>
          </a:prstGeom>
        </p:spPr>
      </p:pic>
      <p:pic>
        <p:nvPicPr>
          <p:cNvPr id="9" name="Image 6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1728216" y="11036808"/>
            <a:ext cx="20921472" cy="91440"/>
          </a:xfrm>
          <a:prstGeom prst="rect">
            <a:avLst/>
          </a:prstGeom>
        </p:spPr>
      </p:pic>
      <p:pic>
        <p:nvPicPr>
          <p:cNvPr id="10" name="Image 7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1737360" y="9756648"/>
            <a:ext cx="7735824" cy="256032"/>
          </a:xfrm>
          <a:prstGeom prst="rect">
            <a:avLst/>
          </a:prstGeom>
        </p:spPr>
      </p:pic>
      <p:pic>
        <p:nvPicPr>
          <p:cNvPr id="11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8321040" y="9445752"/>
            <a:ext cx="7735824" cy="256032"/>
          </a:xfrm>
          <a:prstGeom prst="rect">
            <a:avLst/>
          </a:prstGeom>
        </p:spPr>
      </p:pic>
      <p:pic>
        <p:nvPicPr>
          <p:cNvPr id="12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14977872" y="9144000"/>
            <a:ext cx="7735824" cy="256032"/>
          </a:xfrm>
          <a:prstGeom prst="rect">
            <a:avLst/>
          </a:prstGeom>
        </p:spPr>
      </p:pic>
      <p:pic>
        <p:nvPicPr>
          <p:cNvPr id="13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16200000">
            <a:off x="-27432" y="7571232"/>
            <a:ext cx="4270248" cy="100584"/>
          </a:xfrm>
          <a:prstGeom prst="rect">
            <a:avLst/>
          </a:prstGeom>
        </p:spPr>
      </p:pic>
      <p:pic>
        <p:nvPicPr>
          <p:cNvPr id="14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16200000">
            <a:off x="6208776" y="6931152"/>
            <a:ext cx="5084064" cy="100584"/>
          </a:xfrm>
          <a:prstGeom prst="rect">
            <a:avLst/>
          </a:prstGeom>
        </p:spPr>
      </p:pic>
      <p:pic>
        <p:nvPicPr>
          <p:cNvPr id="15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16200000">
            <a:off x="12545568" y="6345936"/>
            <a:ext cx="5843016" cy="100584"/>
          </a:xfrm>
          <a:prstGeom prst="rect">
            <a:avLst/>
          </a:prstGeom>
        </p:spPr>
      </p:pic>
      <p:sp>
        <p:nvSpPr>
          <p:cNvPr id="16" name="Text 1"/>
          <p:cNvSpPr/>
          <p:nvPr/>
        </p:nvSpPr>
        <p:spPr>
          <a:xfrm rot="21600000">
            <a:off x="9167621" y="5349240"/>
            <a:ext cx="5257800" cy="1133856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 marL="0" indent="0" algn="l">
              <a:lnSpc>
                <a:spcPts val="4420"/>
              </a:lnSpc>
              <a:buNone/>
            </a:pPr>
            <a:r>
              <a:rPr lang="zh-CN" altLang="en-US" sz="26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使用</a:t>
            </a:r>
            <a:r>
              <a:rPr lang="en-US" altLang="zh-CN" sz="26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auto.sh</a:t>
            </a:r>
            <a:r>
              <a:rPr lang="zh-CN" altLang="en-US" sz="26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脚本安装</a:t>
            </a:r>
            <a:r>
              <a:rPr lang="zh-CN" altLang="en-US" sz="26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环境，一般</a:t>
            </a:r>
            <a:r>
              <a:rPr lang="zh-CN" altLang="en-US" sz="26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需要</a:t>
            </a:r>
            <a:r>
              <a:rPr lang="en-US" altLang="zh-CN" sz="26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1-2</a:t>
            </a:r>
            <a:r>
              <a:rPr lang="zh-CN" altLang="en-US" sz="26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小时安装时间</a:t>
            </a:r>
            <a:r>
              <a:rPr lang="en-US" sz="26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。</a:t>
            </a:r>
            <a:r>
              <a:rPr lang="zh-CN" altLang="en-US" sz="26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共计</a:t>
            </a:r>
            <a:r>
              <a:rPr lang="en-US" altLang="zh-CN" sz="26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4</a:t>
            </a:r>
            <a:r>
              <a:rPr lang="zh-CN" altLang="en-US" sz="26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台。</a:t>
            </a:r>
            <a:endParaRPr lang="en-US" sz="2600" dirty="0"/>
          </a:p>
        </p:txBody>
      </p:sp>
      <p:sp>
        <p:nvSpPr>
          <p:cNvPr id="17" name="Text 2"/>
          <p:cNvSpPr/>
          <p:nvPr/>
        </p:nvSpPr>
        <p:spPr>
          <a:xfrm rot="21600000">
            <a:off x="9171431" y="4617720"/>
            <a:ext cx="3474525" cy="521208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>
              <a:lnSpc>
                <a:spcPts val="4560"/>
              </a:lnSpc>
            </a:pPr>
            <a:r>
              <a:rPr lang="zh-CN" altLang="en-US" sz="3800" dirty="0">
                <a:solidFill>
                  <a:srgbClr val="323C5F"/>
                </a:solidFill>
                <a:latin typeface="AlibabaPuHuiTi-Medium" pitchFamily="34" charset="0"/>
                <a:ea typeface="AlibabaPuHuiTi-Medium" pitchFamily="34" charset="-122"/>
              </a:rPr>
              <a:t>安装环境</a:t>
            </a:r>
            <a:r>
              <a:rPr lang="en-US" altLang="zh-CN" sz="3800" dirty="0">
                <a:solidFill>
                  <a:srgbClr val="323C5F"/>
                </a:solidFill>
                <a:latin typeface="AlibabaPuHuiTi-Medium" pitchFamily="34" charset="0"/>
                <a:ea typeface="AlibabaPuHuiTi-Medium" pitchFamily="34" charset="-122"/>
              </a:rPr>
              <a:t>/</a:t>
            </a:r>
            <a:r>
              <a:rPr lang="zh-CN" altLang="en-US" sz="3800" dirty="0">
                <a:solidFill>
                  <a:srgbClr val="323C5F"/>
                </a:solidFill>
                <a:latin typeface="AlibabaPuHuiTi-Medium" pitchFamily="34" charset="0"/>
                <a:ea typeface="AlibabaPuHuiTi-Medium" pitchFamily="34" charset="-122"/>
              </a:rPr>
              <a:t>镜像</a:t>
            </a:r>
            <a:endParaRPr lang="en-US" sz="3800" dirty="0">
              <a:solidFill>
                <a:srgbClr val="323C5F"/>
              </a:solidFill>
              <a:latin typeface="AlibabaPuHuiTi-Medium" pitchFamily="34" charset="0"/>
              <a:ea typeface="AlibabaPuHuiTi-Medium" pitchFamily="34" charset="-122"/>
            </a:endParaRPr>
          </a:p>
        </p:txBody>
      </p:sp>
      <p:sp>
        <p:nvSpPr>
          <p:cNvPr id="18" name="Text 3"/>
          <p:cNvSpPr/>
          <p:nvPr/>
        </p:nvSpPr>
        <p:spPr>
          <a:xfrm rot="21600000">
            <a:off x="15979140" y="4591650"/>
            <a:ext cx="5257800" cy="1133856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 marL="0" indent="0" algn="l">
              <a:lnSpc>
                <a:spcPts val="4420"/>
              </a:lnSpc>
              <a:buNone/>
            </a:pPr>
            <a:r>
              <a:rPr lang="zh-CN" altLang="en-US" sz="26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新老版本都是用同一个脚本</a:t>
            </a:r>
            <a:r>
              <a:rPr lang="en-US" altLang="zh-CN" sz="26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start.sh</a:t>
            </a:r>
            <a:r>
              <a:rPr lang="zh-CN" altLang="en-US" sz="26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部署平台</a:t>
            </a:r>
            <a:r>
              <a:rPr lang="en-US" altLang="zh-CN" sz="26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RCS</a:t>
            </a:r>
            <a:r>
              <a:rPr lang="zh-CN" altLang="en-US" sz="26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，部署成功后说明环境可用，进行正式主备部署。</a:t>
            </a:r>
            <a:endParaRPr lang="en-US" sz="2600" dirty="0"/>
          </a:p>
        </p:txBody>
      </p:sp>
      <p:sp>
        <p:nvSpPr>
          <p:cNvPr id="19" name="Text 4"/>
          <p:cNvSpPr/>
          <p:nvPr/>
        </p:nvSpPr>
        <p:spPr>
          <a:xfrm rot="21600000">
            <a:off x="15892272" y="3611880"/>
            <a:ext cx="2779776" cy="521208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 marL="0" indent="0" algn="l">
              <a:lnSpc>
                <a:spcPts val="4080"/>
              </a:lnSpc>
              <a:buNone/>
            </a:pPr>
            <a:endParaRPr lang="en-US" sz="3400" dirty="0"/>
          </a:p>
        </p:txBody>
      </p:sp>
      <p:sp>
        <p:nvSpPr>
          <p:cNvPr id="20" name="Text 5"/>
          <p:cNvSpPr/>
          <p:nvPr/>
        </p:nvSpPr>
        <p:spPr>
          <a:xfrm rot="21600000">
            <a:off x="2400299" y="7157466"/>
            <a:ext cx="5929885" cy="1133856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>
              <a:lnSpc>
                <a:spcPts val="3984"/>
              </a:lnSpc>
            </a:pPr>
            <a:r>
              <a:rPr lang="en-US" altLang="zh-CN" sz="28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ND</a:t>
            </a:r>
            <a:r>
              <a:rPr lang="zh-CN" altLang="en-US" sz="28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的</a:t>
            </a:r>
            <a:r>
              <a:rPr lang="en-US" altLang="zh-CN" sz="28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IT</a:t>
            </a:r>
            <a:r>
              <a:rPr lang="zh-CN" altLang="en-US" sz="28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工程师提供</a:t>
            </a:r>
            <a:r>
              <a:rPr lang="en-US" altLang="zh-CN" sz="28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redhat8.3</a:t>
            </a:r>
            <a:r>
              <a:rPr lang="zh-CN" altLang="en-US" sz="28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系统的四台服务器，其中</a:t>
            </a:r>
            <a:r>
              <a:rPr lang="en-US" altLang="zh-CN" sz="28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2</a:t>
            </a:r>
            <a:r>
              <a:rPr lang="zh-CN" altLang="en-US" sz="28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台为平台主、备；另外</a:t>
            </a:r>
            <a:r>
              <a:rPr lang="en-US" altLang="zh-CN" sz="28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2</a:t>
            </a:r>
            <a:r>
              <a:rPr lang="zh-CN" altLang="en-US" sz="28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台为数据库主、备。</a:t>
            </a:r>
            <a:endParaRPr lang="en-US" altLang="zh-CN" sz="2800" dirty="0" smtClean="0">
              <a:solidFill>
                <a:srgbClr val="323C5F"/>
              </a:solidFill>
              <a:latin typeface="AlibabaPuHuiTi-Regular" pitchFamily="34" charset="0"/>
              <a:ea typeface="AlibabaPuHuiTi-Regular" pitchFamily="34" charset="-122"/>
              <a:cs typeface="AlibabaPuHuiTi-Regular" pitchFamily="34" charset="-120"/>
            </a:endParaRPr>
          </a:p>
          <a:p>
            <a:pPr>
              <a:lnSpc>
                <a:spcPts val="3984"/>
              </a:lnSpc>
            </a:pPr>
            <a:r>
              <a:rPr lang="zh-CN" altLang="en-US" sz="28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部署</a:t>
            </a:r>
            <a:r>
              <a:rPr lang="en-US" altLang="zh-CN" sz="28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4</a:t>
            </a:r>
            <a:r>
              <a:rPr lang="zh-CN" altLang="en-US" sz="2800" dirty="0" smtClean="0">
                <a:solidFill>
                  <a:srgbClr val="323C5F"/>
                </a:solidFill>
                <a:latin typeface="AlibabaPuHuiTi-Regular" pitchFamily="34" charset="0"/>
                <a:ea typeface="AlibabaPuHuiTi-Regular" pitchFamily="34" charset="-122"/>
                <a:cs typeface="AlibabaPuHuiTi-Regular" pitchFamily="34" charset="-120"/>
              </a:rPr>
              <a:t>台设备环境</a:t>
            </a:r>
            <a:endParaRPr lang="en-US" altLang="zh-CN" sz="2800" dirty="0" smtClean="0">
              <a:solidFill>
                <a:srgbClr val="323C5F"/>
              </a:solidFill>
              <a:latin typeface="AlibabaPuHuiTi-Regular" pitchFamily="34" charset="0"/>
              <a:ea typeface="AlibabaPuHuiTi-Regular" pitchFamily="34" charset="-122"/>
              <a:cs typeface="AlibabaPuHuiTi-Regular" pitchFamily="34" charset="-120"/>
            </a:endParaRPr>
          </a:p>
        </p:txBody>
      </p:sp>
      <p:sp>
        <p:nvSpPr>
          <p:cNvPr id="21" name="Text 6"/>
          <p:cNvSpPr/>
          <p:nvPr/>
        </p:nvSpPr>
        <p:spPr>
          <a:xfrm rot="21600000">
            <a:off x="2450591" y="5116069"/>
            <a:ext cx="4845154" cy="576072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 marL="0" indent="0" algn="l">
              <a:lnSpc>
                <a:spcPts val="4560"/>
              </a:lnSpc>
              <a:buNone/>
            </a:pPr>
            <a:r>
              <a:rPr lang="zh-CN" altLang="en-US" sz="3800" dirty="0" smtClean="0">
                <a:solidFill>
                  <a:srgbClr val="323C5F"/>
                </a:solidFill>
                <a:latin typeface="AlibabaPuHuiTi-Medium" pitchFamily="34" charset="0"/>
                <a:ea typeface="AlibabaPuHuiTi-Medium" pitchFamily="34" charset="-122"/>
              </a:rPr>
              <a:t>部署</a:t>
            </a:r>
            <a:r>
              <a:rPr lang="en-US" altLang="zh-CN" sz="3800" dirty="0" smtClean="0">
                <a:solidFill>
                  <a:srgbClr val="323C5F"/>
                </a:solidFill>
                <a:latin typeface="AlibabaPuHuiTi-Medium" pitchFamily="34" charset="0"/>
                <a:ea typeface="AlibabaPuHuiTi-Medium" pitchFamily="34" charset="-122"/>
              </a:rPr>
              <a:t>4</a:t>
            </a:r>
            <a:r>
              <a:rPr lang="zh-CN" altLang="en-US" sz="3800" dirty="0" smtClean="0">
                <a:solidFill>
                  <a:srgbClr val="323C5F"/>
                </a:solidFill>
                <a:latin typeface="AlibabaPuHuiTi-Medium" pitchFamily="34" charset="0"/>
                <a:ea typeface="AlibabaPuHuiTi-Medium" pitchFamily="34" charset="-122"/>
              </a:rPr>
              <a:t>台设备环境</a:t>
            </a:r>
            <a:endParaRPr lang="en-US" sz="3800" dirty="0"/>
          </a:p>
        </p:txBody>
      </p:sp>
      <p:sp>
        <p:nvSpPr>
          <p:cNvPr id="22" name="Text 7"/>
          <p:cNvSpPr/>
          <p:nvPr/>
        </p:nvSpPr>
        <p:spPr>
          <a:xfrm rot="21600000">
            <a:off x="4416552" y="11622024"/>
            <a:ext cx="1335024" cy="457200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3000" dirty="0">
                <a:solidFill>
                  <a:srgbClr val="3973FF"/>
                </a:solidFill>
                <a:latin typeface="Poppins-Medium" pitchFamily="34" charset="0"/>
                <a:ea typeface="Poppins-Medium" pitchFamily="34" charset="-122"/>
                <a:cs typeface="Poppins-Medium" pitchFamily="34" charset="-120"/>
              </a:rPr>
              <a:t>01</a:t>
            </a:r>
            <a:endParaRPr lang="en-US" sz="3000" dirty="0"/>
          </a:p>
        </p:txBody>
      </p:sp>
      <p:pic>
        <p:nvPicPr>
          <p:cNvPr id="23" name="Image 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21600000">
            <a:off x="4956048" y="10963656"/>
            <a:ext cx="256032" cy="256032"/>
          </a:xfrm>
          <a:prstGeom prst="rect">
            <a:avLst/>
          </a:prstGeom>
        </p:spPr>
      </p:pic>
      <p:sp>
        <p:nvSpPr>
          <p:cNvPr id="24" name="Text 8"/>
          <p:cNvSpPr/>
          <p:nvPr/>
        </p:nvSpPr>
        <p:spPr>
          <a:xfrm rot="21600000">
            <a:off x="11466576" y="11622024"/>
            <a:ext cx="1426464" cy="457200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3000" dirty="0">
                <a:solidFill>
                  <a:srgbClr val="3973FF"/>
                </a:solidFill>
                <a:latin typeface="Poppins-Medium" pitchFamily="34" charset="0"/>
                <a:ea typeface="Poppins-Medium" pitchFamily="34" charset="-122"/>
                <a:cs typeface="Poppins-Medium" pitchFamily="34" charset="-120"/>
              </a:rPr>
              <a:t>02</a:t>
            </a:r>
            <a:endParaRPr lang="en-US" sz="3000" dirty="0"/>
          </a:p>
        </p:txBody>
      </p:sp>
      <p:pic>
        <p:nvPicPr>
          <p:cNvPr id="25" name="Image 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21600000">
            <a:off x="12051792" y="10963656"/>
            <a:ext cx="256032" cy="256032"/>
          </a:xfrm>
          <a:prstGeom prst="rect">
            <a:avLst/>
          </a:prstGeom>
        </p:spPr>
      </p:pic>
      <p:sp>
        <p:nvSpPr>
          <p:cNvPr id="26" name="Text 9"/>
          <p:cNvSpPr/>
          <p:nvPr/>
        </p:nvSpPr>
        <p:spPr>
          <a:xfrm rot="21600000">
            <a:off x="18022824" y="11622024"/>
            <a:ext cx="1435608" cy="457200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3000" dirty="0">
                <a:solidFill>
                  <a:srgbClr val="3973FF"/>
                </a:solidFill>
                <a:latin typeface="Poppins-Medium" pitchFamily="34" charset="0"/>
                <a:ea typeface="Poppins-Medium" pitchFamily="34" charset="-122"/>
                <a:cs typeface="Poppins-Medium" pitchFamily="34" charset="-120"/>
              </a:rPr>
              <a:t>03</a:t>
            </a:r>
            <a:endParaRPr lang="en-US" sz="3000" dirty="0"/>
          </a:p>
        </p:txBody>
      </p:sp>
      <p:pic>
        <p:nvPicPr>
          <p:cNvPr id="27" name="Image 15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21600000">
            <a:off x="18608040" y="10963656"/>
            <a:ext cx="256032" cy="256032"/>
          </a:xfrm>
          <a:prstGeom prst="rect">
            <a:avLst/>
          </a:prstGeom>
        </p:spPr>
      </p:pic>
      <p:sp>
        <p:nvSpPr>
          <p:cNvPr id="32" name="Text 2"/>
          <p:cNvSpPr/>
          <p:nvPr/>
        </p:nvSpPr>
        <p:spPr>
          <a:xfrm rot="21600000">
            <a:off x="15957060" y="3735324"/>
            <a:ext cx="3474525" cy="521208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>
              <a:lnSpc>
                <a:spcPts val="4560"/>
              </a:lnSpc>
            </a:pPr>
            <a:r>
              <a:rPr lang="zh-CN" altLang="en-US" sz="3800" dirty="0" smtClean="0">
                <a:solidFill>
                  <a:srgbClr val="323C5F"/>
                </a:solidFill>
                <a:latin typeface="AlibabaPuHuiTi-Medium" pitchFamily="34" charset="0"/>
                <a:ea typeface="AlibabaPuHuiTi-Medium" pitchFamily="34" charset="-122"/>
              </a:rPr>
              <a:t>部署验证</a:t>
            </a:r>
            <a:endParaRPr lang="en-US" sz="3800" dirty="0">
              <a:solidFill>
                <a:srgbClr val="323C5F"/>
              </a:solidFill>
              <a:latin typeface="AlibabaPuHuiTi-Medium" pitchFamily="34" charset="0"/>
              <a:ea typeface="AlibabaPuHuiTi-Medium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711055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3542264" y="100584"/>
            <a:ext cx="13542264" cy="13432536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19129248" y="5376672"/>
            <a:ext cx="2587752" cy="2907792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8906256" y="-448056"/>
            <a:ext cx="6364224" cy="626364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5522976" y="8485632"/>
            <a:ext cx="7699248" cy="2615184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 rot="21600000">
            <a:off x="7507224" y="9884664"/>
            <a:ext cx="4315968" cy="640080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 marL="0" indent="0" algn="ctr">
              <a:lnSpc>
                <a:spcPts val="5041"/>
              </a:lnSpc>
              <a:buNone/>
            </a:pPr>
            <a:r>
              <a:rPr lang="en-US" sz="4200" dirty="0" smtClean="0">
                <a:solidFill>
                  <a:srgbClr val="333B5F"/>
                </a:solidFill>
                <a:latin typeface="AlibabaPuHuiTi-Medium" pitchFamily="34" charset="0"/>
                <a:ea typeface="AlibabaPuHuiTi-Medium" pitchFamily="34" charset="-122"/>
                <a:cs typeface="AlibabaPuHuiTi-Medium" pitchFamily="34" charset="-120"/>
              </a:rPr>
              <a:t>2025-02-20</a:t>
            </a:r>
            <a:endParaRPr lang="en-US" sz="4200" dirty="0"/>
          </a:p>
        </p:txBody>
      </p:sp>
      <p:pic>
        <p:nvPicPr>
          <p:cNvPr id="7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1545336" y="9235440"/>
            <a:ext cx="5230368" cy="2048256"/>
          </a:xfrm>
          <a:prstGeom prst="rect">
            <a:avLst/>
          </a:prstGeom>
        </p:spPr>
      </p:pic>
      <p:sp>
        <p:nvSpPr>
          <p:cNvPr id="8" name="Text 1"/>
          <p:cNvSpPr/>
          <p:nvPr/>
        </p:nvSpPr>
        <p:spPr>
          <a:xfrm rot="21600000">
            <a:off x="1837944" y="9884664"/>
            <a:ext cx="4334256" cy="640080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 marL="0" indent="0" algn="ctr">
              <a:lnSpc>
                <a:spcPts val="5041"/>
              </a:lnSpc>
              <a:buNone/>
            </a:pPr>
            <a:r>
              <a:rPr lang="en-US" sz="4200" dirty="0">
                <a:solidFill>
                  <a:srgbClr val="FFFFFF"/>
                </a:solidFill>
                <a:latin typeface="AlibabaPuHuiTi-Medium" pitchFamily="34" charset="0"/>
                <a:ea typeface="AlibabaPuHuiTi-Medium" pitchFamily="34" charset="-122"/>
                <a:cs typeface="AlibabaPuHuiTi-Medium" pitchFamily="34" charset="-120"/>
              </a:rPr>
              <a:t>汇报人: </a:t>
            </a:r>
            <a:r>
              <a:rPr lang="zh-CN" altLang="en-US" sz="4200" dirty="0">
                <a:solidFill>
                  <a:srgbClr val="FFFFFF"/>
                </a:solidFill>
                <a:latin typeface="AlibabaPuHuiTi-Medium" pitchFamily="34" charset="0"/>
                <a:ea typeface="AlibabaPuHuiTi-Medium" pitchFamily="34" charset="-122"/>
                <a:cs typeface="AlibabaPuHuiTi-Medium" pitchFamily="34" charset="-120"/>
              </a:rPr>
              <a:t>王吉</a:t>
            </a:r>
            <a:endParaRPr lang="en-US" sz="4200" dirty="0"/>
          </a:p>
        </p:txBody>
      </p:sp>
      <p:sp>
        <p:nvSpPr>
          <p:cNvPr id="9" name="Text 2"/>
          <p:cNvSpPr/>
          <p:nvPr/>
        </p:nvSpPr>
        <p:spPr>
          <a:xfrm rot="21600000">
            <a:off x="1828800" y="3959352"/>
            <a:ext cx="10003536" cy="1856232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 marL="0" indent="0" algn="l">
              <a:lnSpc>
                <a:spcPts val="14639"/>
              </a:lnSpc>
              <a:buNone/>
            </a:pPr>
            <a:r>
              <a:rPr lang="en-US" sz="12100" dirty="0">
                <a:solidFill>
                  <a:srgbClr val="343C60"/>
                </a:solidFill>
                <a:latin typeface="Poppins-Medium" pitchFamily="34" charset="0"/>
                <a:ea typeface="Poppins-Medium" pitchFamily="34" charset="-122"/>
                <a:cs typeface="Poppins-Medium" pitchFamily="34" charset="-120"/>
              </a:rPr>
              <a:t>THANKS</a:t>
            </a:r>
            <a:endParaRPr lang="en-US" sz="12100" dirty="0"/>
          </a:p>
        </p:txBody>
      </p:sp>
      <p:sp>
        <p:nvSpPr>
          <p:cNvPr id="10" name="Text 3"/>
          <p:cNvSpPr/>
          <p:nvPr/>
        </p:nvSpPr>
        <p:spPr>
          <a:xfrm rot="21600000">
            <a:off x="1719072" y="5879592"/>
            <a:ext cx="13459968" cy="2496312"/>
          </a:xfrm>
          <a:prstGeom prst="rect">
            <a:avLst/>
          </a:prstGeom>
          <a:noFill/>
          <a:ln/>
        </p:spPr>
        <p:txBody>
          <a:bodyPr vert="horz" wrap="square" rtlCol="0" anchor="ctr"/>
          <a:lstStyle/>
          <a:p>
            <a:pPr marL="0" indent="0" algn="l">
              <a:lnSpc>
                <a:spcPts val="19680"/>
              </a:lnSpc>
              <a:buNone/>
            </a:pPr>
            <a:r>
              <a:rPr lang="en-US" sz="16400" dirty="0">
                <a:solidFill>
                  <a:srgbClr val="343C60"/>
                </a:solidFill>
                <a:latin typeface="AlibabaPuHuiTi-Bold" pitchFamily="34" charset="0"/>
                <a:ea typeface="AlibabaPuHuiTi-Bold" pitchFamily="34" charset="-122"/>
                <a:cs typeface="AlibabaPuHuiTi-Bold" pitchFamily="34" charset="-120"/>
              </a:rPr>
              <a:t>感谢观看</a:t>
            </a:r>
            <a:endParaRPr lang="en-US" sz="16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1541</TotalTime>
  <Words>1130</Words>
  <Application>Microsoft Office PowerPoint</Application>
  <PresentationFormat>自定义</PresentationFormat>
  <Paragraphs>169</Paragraphs>
  <Slides>20</Slides>
  <Notes>20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9" baseType="lpstr">
      <vt:lpstr>Poppins-Regular</vt:lpstr>
      <vt:lpstr>Calibri</vt:lpstr>
      <vt:lpstr>AlibabaPuHuiTi-Regular</vt:lpstr>
      <vt:lpstr>AlibabaPuHuiTi-Bold</vt:lpstr>
      <vt:lpstr>Poppins-Medium</vt:lpstr>
      <vt:lpstr>Arial</vt:lpstr>
      <vt:lpstr>AlibabaPuHuiTi-Medium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王吉</cp:lastModifiedBy>
  <cp:revision>16</cp:revision>
  <dcterms:created xsi:type="dcterms:W3CDTF">2025-02-17T02:19:33Z</dcterms:created>
  <dcterms:modified xsi:type="dcterms:W3CDTF">2025-02-18T04:09:52Z</dcterms:modified>
</cp:coreProperties>
</file>